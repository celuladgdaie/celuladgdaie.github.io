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1"/>
  </p:notesMasterIdLst>
  <p:sldIdLst>
    <p:sldId id="261" r:id="rId2"/>
    <p:sldId id="262" r:id="rId3"/>
    <p:sldId id="272" r:id="rId4"/>
    <p:sldId id="289" r:id="rId5"/>
    <p:sldId id="277" r:id="rId6"/>
    <p:sldId id="293" r:id="rId7"/>
    <p:sldId id="294" r:id="rId8"/>
    <p:sldId id="279" r:id="rId9"/>
    <p:sldId id="275" r:id="rId10"/>
    <p:sldId id="281" r:id="rId11"/>
    <p:sldId id="291" r:id="rId12"/>
    <p:sldId id="290" r:id="rId13"/>
    <p:sldId id="282" r:id="rId14"/>
    <p:sldId id="283" r:id="rId15"/>
    <p:sldId id="284" r:id="rId16"/>
    <p:sldId id="285" r:id="rId17"/>
    <p:sldId id="276" r:id="rId18"/>
    <p:sldId id="287" r:id="rId19"/>
    <p:sldId id="288" r:id="rId20"/>
  </p:sldIdLst>
  <p:sldSz cx="19799300" cy="16200438"/>
  <p:notesSz cx="6858000" cy="9144000"/>
  <p:defaultTextStyle>
    <a:defPPr>
      <a:defRPr lang="es-MX"/>
    </a:defPPr>
    <a:lvl1pPr marL="0" algn="l" defTabSz="1641370" rtl="0" eaLnBrk="1" latinLnBrk="0" hangingPunct="1">
      <a:defRPr sz="3231" kern="1200">
        <a:solidFill>
          <a:schemeClr val="tx1"/>
        </a:solidFill>
        <a:latin typeface="+mn-lt"/>
        <a:ea typeface="+mn-ea"/>
        <a:cs typeface="+mn-cs"/>
      </a:defRPr>
    </a:lvl1pPr>
    <a:lvl2pPr marL="820685" algn="l" defTabSz="1641370" rtl="0" eaLnBrk="1" latinLnBrk="0" hangingPunct="1">
      <a:defRPr sz="3231" kern="1200">
        <a:solidFill>
          <a:schemeClr val="tx1"/>
        </a:solidFill>
        <a:latin typeface="+mn-lt"/>
        <a:ea typeface="+mn-ea"/>
        <a:cs typeface="+mn-cs"/>
      </a:defRPr>
    </a:lvl2pPr>
    <a:lvl3pPr marL="1641370" algn="l" defTabSz="1641370" rtl="0" eaLnBrk="1" latinLnBrk="0" hangingPunct="1">
      <a:defRPr sz="3231" kern="1200">
        <a:solidFill>
          <a:schemeClr val="tx1"/>
        </a:solidFill>
        <a:latin typeface="+mn-lt"/>
        <a:ea typeface="+mn-ea"/>
        <a:cs typeface="+mn-cs"/>
      </a:defRPr>
    </a:lvl3pPr>
    <a:lvl4pPr marL="2462055" algn="l" defTabSz="1641370" rtl="0" eaLnBrk="1" latinLnBrk="0" hangingPunct="1">
      <a:defRPr sz="3231" kern="1200">
        <a:solidFill>
          <a:schemeClr val="tx1"/>
        </a:solidFill>
        <a:latin typeface="+mn-lt"/>
        <a:ea typeface="+mn-ea"/>
        <a:cs typeface="+mn-cs"/>
      </a:defRPr>
    </a:lvl4pPr>
    <a:lvl5pPr marL="3282739" algn="l" defTabSz="1641370" rtl="0" eaLnBrk="1" latinLnBrk="0" hangingPunct="1">
      <a:defRPr sz="3231" kern="1200">
        <a:solidFill>
          <a:schemeClr val="tx1"/>
        </a:solidFill>
        <a:latin typeface="+mn-lt"/>
        <a:ea typeface="+mn-ea"/>
        <a:cs typeface="+mn-cs"/>
      </a:defRPr>
    </a:lvl5pPr>
    <a:lvl6pPr marL="4103425" algn="l" defTabSz="1641370" rtl="0" eaLnBrk="1" latinLnBrk="0" hangingPunct="1">
      <a:defRPr sz="3231" kern="1200">
        <a:solidFill>
          <a:schemeClr val="tx1"/>
        </a:solidFill>
        <a:latin typeface="+mn-lt"/>
        <a:ea typeface="+mn-ea"/>
        <a:cs typeface="+mn-cs"/>
      </a:defRPr>
    </a:lvl6pPr>
    <a:lvl7pPr marL="4924110" algn="l" defTabSz="1641370" rtl="0" eaLnBrk="1" latinLnBrk="0" hangingPunct="1">
      <a:defRPr sz="3231" kern="1200">
        <a:solidFill>
          <a:schemeClr val="tx1"/>
        </a:solidFill>
        <a:latin typeface="+mn-lt"/>
        <a:ea typeface="+mn-ea"/>
        <a:cs typeface="+mn-cs"/>
      </a:defRPr>
    </a:lvl7pPr>
    <a:lvl8pPr marL="5744796" algn="l" defTabSz="1641370" rtl="0" eaLnBrk="1" latinLnBrk="0" hangingPunct="1">
      <a:defRPr sz="3231" kern="1200">
        <a:solidFill>
          <a:schemeClr val="tx1"/>
        </a:solidFill>
        <a:latin typeface="+mn-lt"/>
        <a:ea typeface="+mn-ea"/>
        <a:cs typeface="+mn-cs"/>
      </a:defRPr>
    </a:lvl8pPr>
    <a:lvl9pPr marL="6565480" algn="l" defTabSz="1641370" rtl="0" eaLnBrk="1" latinLnBrk="0" hangingPunct="1">
      <a:defRPr sz="323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102">
          <p15:clr>
            <a:srgbClr val="A4A3A4"/>
          </p15:clr>
        </p15:guide>
        <p15:guide id="2" pos="62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Fonseca Rangel Alexis" initials="FRA" lastIdx="8" clrIdx="6">
    <p:extLst/>
  </p:cmAuthor>
  <p:cmAuthor id="1" name="Yushely" initials="Y" lastIdx="18" clrIdx="0"/>
  <p:cmAuthor id="2" name="Cheska" initials="C" lastIdx="81" clrIdx="1"/>
  <p:cmAuthor id="3" name="Rainbow Dash" initials="RD" lastIdx="78" clrIdx="2"/>
  <p:cmAuthor id="4" name="UV" initials="U" lastIdx="42" clrIdx="3"/>
  <p:cmAuthor id="5" name="Dominguez Garcia Arlet Yushely" initials="DGAY" lastIdx="3" clrIdx="4">
    <p:extLst/>
  </p:cmAuthor>
  <p:cmAuthor id="6" name="Dominguez Garcia Arlet Yushely" initials="DGAY [2]" lastIdx="13" clrIdx="5">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99"/>
    <a:srgbClr val="FFFF99"/>
    <a:srgbClr val="7D7DFF"/>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4781B6-7A43-4F10-8018-A4BA81768003}" v="1122" dt="2021-10-21T20:49:09.878"/>
    <p1510:client id="{8622E0B2-C5C0-464E-AF61-9593C00394F5}" v="12" dt="2021-11-11T17:33:05.574"/>
    <p1510:client id="{B2D7FC81-7034-46F1-8598-A06A0AB35A0D}" v="230" dt="2021-10-22T20:22:41.91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363" autoAdjust="0"/>
    <p:restoredTop sz="95113"/>
  </p:normalViewPr>
  <p:slideViewPr>
    <p:cSldViewPr snapToGrid="0">
      <p:cViewPr varScale="1">
        <p:scale>
          <a:sx n="30" d="100"/>
          <a:sy n="30" d="100"/>
        </p:scale>
        <p:origin x="816" y="36"/>
      </p:cViewPr>
      <p:guideLst>
        <p:guide orient="horz" pos="5102"/>
        <p:guide pos="62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inbow Dash" userId="a80e82eff01ba30b" providerId="Windows Live" clId="Web-{414781B6-7A43-4F10-8018-A4BA81768003}"/>
    <pc:docChg chg="modSld">
      <pc:chgData name="Rainbow Dash" userId="a80e82eff01ba30b" providerId="Windows Live" clId="Web-{414781B6-7A43-4F10-8018-A4BA81768003}" dt="2021-10-21T20:48:56.158" v="710" actId="20577"/>
      <pc:docMkLst>
        <pc:docMk/>
      </pc:docMkLst>
      <pc:sldChg chg="addCm modCm">
        <pc:chgData name="Rainbow Dash" userId="a80e82eff01ba30b" providerId="Windows Live" clId="Web-{414781B6-7A43-4F10-8018-A4BA81768003}" dt="2021-10-21T15:29:47.154" v="6"/>
        <pc:sldMkLst>
          <pc:docMk/>
          <pc:sldMk cId="3338312525" sldId="272"/>
        </pc:sldMkLst>
      </pc:sldChg>
      <pc:sldChg chg="modSp addCm delCm modCm">
        <pc:chgData name="Rainbow Dash" userId="a80e82eff01ba30b" providerId="Windows Live" clId="Web-{414781B6-7A43-4F10-8018-A4BA81768003}" dt="2021-10-21T19:40:31.960" v="639" actId="20577"/>
        <pc:sldMkLst>
          <pc:docMk/>
          <pc:sldMk cId="883443798" sldId="276"/>
        </pc:sldMkLst>
        <pc:spChg chg="mod">
          <ac:chgData name="Rainbow Dash" userId="a80e82eff01ba30b" providerId="Windows Live" clId="Web-{414781B6-7A43-4F10-8018-A4BA81768003}" dt="2021-10-21T19:40:31.960" v="639" actId="20577"/>
          <ac:spMkLst>
            <pc:docMk/>
            <pc:sldMk cId="883443798" sldId="276"/>
            <ac:spMk id="3" creationId="{6B1E42CC-D50D-43A9-A3C6-0A732FA27872}"/>
          </ac:spMkLst>
        </pc:spChg>
      </pc:sldChg>
      <pc:sldChg chg="modSp addCm delCm modCm">
        <pc:chgData name="Rainbow Dash" userId="a80e82eff01ba30b" providerId="Windows Live" clId="Web-{414781B6-7A43-4F10-8018-A4BA81768003}" dt="2021-10-21T19:41:43.805" v="653" actId="20577"/>
        <pc:sldMkLst>
          <pc:docMk/>
          <pc:sldMk cId="2791925453" sldId="277"/>
        </pc:sldMkLst>
        <pc:spChg chg="mod">
          <ac:chgData name="Rainbow Dash" userId="a80e82eff01ba30b" providerId="Windows Live" clId="Web-{414781B6-7A43-4F10-8018-A4BA81768003}" dt="2021-10-21T19:41:43.805" v="653" actId="20577"/>
          <ac:spMkLst>
            <pc:docMk/>
            <pc:sldMk cId="2791925453" sldId="277"/>
            <ac:spMk id="2" creationId="{14EC8C0E-AC9A-4815-BB83-3C210BDFD042}"/>
          </ac:spMkLst>
        </pc:spChg>
      </pc:sldChg>
      <pc:sldChg chg="modSp addCm delCm modCm">
        <pc:chgData name="Rainbow Dash" userId="a80e82eff01ba30b" providerId="Windows Live" clId="Web-{414781B6-7A43-4F10-8018-A4BA81768003}" dt="2021-10-21T19:41:04.320" v="646" actId="20577"/>
        <pc:sldMkLst>
          <pc:docMk/>
          <pc:sldMk cId="1365350514" sldId="278"/>
        </pc:sldMkLst>
        <pc:spChg chg="mod">
          <ac:chgData name="Rainbow Dash" userId="a80e82eff01ba30b" providerId="Windows Live" clId="Web-{414781B6-7A43-4F10-8018-A4BA81768003}" dt="2021-10-21T19:41:04.320" v="646" actId="20577"/>
          <ac:spMkLst>
            <pc:docMk/>
            <pc:sldMk cId="1365350514" sldId="278"/>
            <ac:spMk id="3" creationId="{55ADAE74-E8C1-4231-96C2-530426F2EA10}"/>
          </ac:spMkLst>
        </pc:spChg>
      </pc:sldChg>
      <pc:sldChg chg="modSp">
        <pc:chgData name="Rainbow Dash" userId="a80e82eff01ba30b" providerId="Windows Live" clId="Web-{414781B6-7A43-4F10-8018-A4BA81768003}" dt="2021-10-21T19:41:15.523" v="649" actId="20577"/>
        <pc:sldMkLst>
          <pc:docMk/>
          <pc:sldMk cId="3961302762" sldId="279"/>
        </pc:sldMkLst>
        <pc:spChg chg="mod">
          <ac:chgData name="Rainbow Dash" userId="a80e82eff01ba30b" providerId="Windows Live" clId="Web-{414781B6-7A43-4F10-8018-A4BA81768003}" dt="2021-10-21T19:41:15.523" v="649" actId="20577"/>
          <ac:spMkLst>
            <pc:docMk/>
            <pc:sldMk cId="3961302762" sldId="279"/>
            <ac:spMk id="2" creationId="{CFF7CC1A-98AC-4C36-8F56-523E2D69DD8C}"/>
          </ac:spMkLst>
        </pc:spChg>
      </pc:sldChg>
      <pc:sldChg chg="modSp">
        <pc:chgData name="Rainbow Dash" userId="a80e82eff01ba30b" providerId="Windows Live" clId="Web-{414781B6-7A43-4F10-8018-A4BA81768003}" dt="2021-10-21T19:41:26.852" v="652" actId="20577"/>
        <pc:sldMkLst>
          <pc:docMk/>
          <pc:sldMk cId="2625030798" sldId="280"/>
        </pc:sldMkLst>
        <pc:spChg chg="mod">
          <ac:chgData name="Rainbow Dash" userId="a80e82eff01ba30b" providerId="Windows Live" clId="Web-{414781B6-7A43-4F10-8018-A4BA81768003}" dt="2021-10-21T19:41:26.852" v="652" actId="20577"/>
          <ac:spMkLst>
            <pc:docMk/>
            <pc:sldMk cId="2625030798" sldId="280"/>
            <ac:spMk id="3" creationId="{F72F7D9F-4CA4-4D5B-AE35-53291CDB8C7C}"/>
          </ac:spMkLst>
        </pc:spChg>
      </pc:sldChg>
      <pc:sldChg chg="modSp addCm modCm">
        <pc:chgData name="Rainbow Dash" userId="a80e82eff01ba30b" providerId="Windows Live" clId="Web-{414781B6-7A43-4F10-8018-A4BA81768003}" dt="2021-10-21T19:24:07.181" v="611" actId="20577"/>
        <pc:sldMkLst>
          <pc:docMk/>
          <pc:sldMk cId="2821232436" sldId="281"/>
        </pc:sldMkLst>
        <pc:spChg chg="mod">
          <ac:chgData name="Rainbow Dash" userId="a80e82eff01ba30b" providerId="Windows Live" clId="Web-{414781B6-7A43-4F10-8018-A4BA81768003}" dt="2021-10-21T19:24:07.181" v="611" actId="20577"/>
          <ac:spMkLst>
            <pc:docMk/>
            <pc:sldMk cId="2821232436" sldId="281"/>
            <ac:spMk id="3" creationId="{C24E2146-BDD6-4FAF-8044-A58FA64894D3}"/>
          </ac:spMkLst>
        </pc:spChg>
        <pc:spChg chg="mod">
          <ac:chgData name="Rainbow Dash" userId="a80e82eff01ba30b" providerId="Windows Live" clId="Web-{414781B6-7A43-4F10-8018-A4BA81768003}" dt="2021-10-21T15:16:30.197" v="0" actId="1076"/>
          <ac:spMkLst>
            <pc:docMk/>
            <pc:sldMk cId="2821232436" sldId="281"/>
            <ac:spMk id="4" creationId="{18DCBE38-D6DA-4578-9E89-30FC6AAAC907}"/>
          </ac:spMkLst>
        </pc:spChg>
      </pc:sldChg>
      <pc:sldChg chg="modSp addCm modCm">
        <pc:chgData name="Rainbow Dash" userId="a80e82eff01ba30b" providerId="Windows Live" clId="Web-{414781B6-7A43-4F10-8018-A4BA81768003}" dt="2021-10-21T20:04:26.064" v="670" actId="20577"/>
        <pc:sldMkLst>
          <pc:docMk/>
          <pc:sldMk cId="2392067098" sldId="282"/>
        </pc:sldMkLst>
        <pc:spChg chg="mod">
          <ac:chgData name="Rainbow Dash" userId="a80e82eff01ba30b" providerId="Windows Live" clId="Web-{414781B6-7A43-4F10-8018-A4BA81768003}" dt="2021-10-21T20:04:26.064" v="670" actId="20577"/>
          <ac:spMkLst>
            <pc:docMk/>
            <pc:sldMk cId="2392067098" sldId="282"/>
            <ac:spMk id="3" creationId="{B88AA01D-C75C-44C4-9435-49AFD0E2F4E5}"/>
          </ac:spMkLst>
        </pc:spChg>
      </pc:sldChg>
      <pc:sldChg chg="modSp addCm modCm">
        <pc:chgData name="Rainbow Dash" userId="a80e82eff01ba30b" providerId="Windows Live" clId="Web-{414781B6-7A43-4F10-8018-A4BA81768003}" dt="2021-10-21T20:43:52.275" v="694"/>
        <pc:sldMkLst>
          <pc:docMk/>
          <pc:sldMk cId="1575724804" sldId="283"/>
        </pc:sldMkLst>
        <pc:spChg chg="mod">
          <ac:chgData name="Rainbow Dash" userId="a80e82eff01ba30b" providerId="Windows Live" clId="Web-{414781B6-7A43-4F10-8018-A4BA81768003}" dt="2021-10-21T20:43:22.430" v="692" actId="20577"/>
          <ac:spMkLst>
            <pc:docMk/>
            <pc:sldMk cId="1575724804" sldId="283"/>
            <ac:spMk id="3" creationId="{2D542A0B-BA0E-4525-B02D-CBB66AAF77BA}"/>
          </ac:spMkLst>
        </pc:spChg>
      </pc:sldChg>
      <pc:sldChg chg="modSp addCm modCm">
        <pc:chgData name="Rainbow Dash" userId="a80e82eff01ba30b" providerId="Windows Live" clId="Web-{414781B6-7A43-4F10-8018-A4BA81768003}" dt="2021-10-21T20:48:56.158" v="710" actId="20577"/>
        <pc:sldMkLst>
          <pc:docMk/>
          <pc:sldMk cId="3742403411" sldId="284"/>
        </pc:sldMkLst>
        <pc:spChg chg="mod">
          <ac:chgData name="Rainbow Dash" userId="a80e82eff01ba30b" providerId="Windows Live" clId="Web-{414781B6-7A43-4F10-8018-A4BA81768003}" dt="2021-10-21T20:48:56.158" v="710" actId="20577"/>
          <ac:spMkLst>
            <pc:docMk/>
            <pc:sldMk cId="3742403411" sldId="284"/>
            <ac:spMk id="3" creationId="{1C0FFE81-9245-4BA8-81FD-9428C2744432}"/>
          </ac:spMkLst>
        </pc:spChg>
      </pc:sldChg>
    </pc:docChg>
  </pc:docChgLst>
  <pc:docChgLst>
    <pc:chgData name="Rainbow Dash" userId="a80e82eff01ba30b" providerId="Windows Live" clId="Web-{8622E0B2-C5C0-464E-AF61-9593C00394F5}"/>
    <pc:docChg chg="">
      <pc:chgData name="Rainbow Dash" userId="a80e82eff01ba30b" providerId="Windows Live" clId="Web-{8622E0B2-C5C0-464E-AF61-9593C00394F5}" dt="2021-11-11T17:33:05.574" v="11"/>
      <pc:docMkLst>
        <pc:docMk/>
      </pc:docMkLst>
      <pc:sldChg chg="addCm modCm">
        <pc:chgData name="Rainbow Dash" userId="a80e82eff01ba30b" providerId="Windows Live" clId="Web-{8622E0B2-C5C0-464E-AF61-9593C00394F5}" dt="2021-11-11T17:33:05.574" v="11"/>
        <pc:sldMkLst>
          <pc:docMk/>
          <pc:sldMk cId="824000" sldId="261"/>
        </pc:sldMkLst>
      </pc:sldChg>
      <pc:sldChg chg="addCm modCm">
        <pc:chgData name="Rainbow Dash" userId="a80e82eff01ba30b" providerId="Windows Live" clId="Web-{8622E0B2-C5C0-464E-AF61-9593C00394F5}" dt="2021-11-11T17:20:54.175" v="7"/>
        <pc:sldMkLst>
          <pc:docMk/>
          <pc:sldMk cId="2791925453" sldId="277"/>
        </pc:sldMkLst>
      </pc:sldChg>
      <pc:sldChg chg="addCm modCm">
        <pc:chgData name="Rainbow Dash" userId="a80e82eff01ba30b" providerId="Windows Live" clId="Web-{8622E0B2-C5C0-464E-AF61-9593C00394F5}" dt="2021-11-11T17:24:17.213" v="10"/>
        <pc:sldMkLst>
          <pc:docMk/>
          <pc:sldMk cId="3961302762" sldId="279"/>
        </pc:sldMkLst>
      </pc:sldChg>
    </pc:docChg>
  </pc:docChgLst>
  <pc:docChgLst>
    <pc:chgData name="Rainbow Dash" userId="a80e82eff01ba30b" providerId="Windows Live" clId="Web-{B2D7FC81-7034-46F1-8598-A06A0AB35A0D}"/>
    <pc:docChg chg="modSld">
      <pc:chgData name="Rainbow Dash" userId="a80e82eff01ba30b" providerId="Windows Live" clId="Web-{B2D7FC81-7034-46F1-8598-A06A0AB35A0D}" dt="2021-10-22T20:22:41.913" v="150" actId="20577"/>
      <pc:docMkLst>
        <pc:docMk/>
      </pc:docMkLst>
      <pc:sldChg chg="modSp addCm modCm">
        <pc:chgData name="Rainbow Dash" userId="a80e82eff01ba30b" providerId="Windows Live" clId="Web-{B2D7FC81-7034-46F1-8598-A06A0AB35A0D}" dt="2021-10-22T17:14:26.964" v="47" actId="20577"/>
        <pc:sldMkLst>
          <pc:docMk/>
          <pc:sldMk cId="1575724804" sldId="283"/>
        </pc:sldMkLst>
        <pc:spChg chg="mod">
          <ac:chgData name="Rainbow Dash" userId="a80e82eff01ba30b" providerId="Windows Live" clId="Web-{B2D7FC81-7034-46F1-8598-A06A0AB35A0D}" dt="2021-10-22T17:14:26.964" v="47" actId="20577"/>
          <ac:spMkLst>
            <pc:docMk/>
            <pc:sldMk cId="1575724804" sldId="283"/>
            <ac:spMk id="3" creationId="{2D542A0B-BA0E-4525-B02D-CBB66AAF77BA}"/>
          </ac:spMkLst>
        </pc:spChg>
      </pc:sldChg>
      <pc:sldChg chg="modSp addCm modCm">
        <pc:chgData name="Rainbow Dash" userId="a80e82eff01ba30b" providerId="Windows Live" clId="Web-{B2D7FC81-7034-46F1-8598-A06A0AB35A0D}" dt="2021-10-22T18:55:09.916" v="98" actId="20577"/>
        <pc:sldMkLst>
          <pc:docMk/>
          <pc:sldMk cId="3742403411" sldId="284"/>
        </pc:sldMkLst>
        <pc:spChg chg="mod">
          <ac:chgData name="Rainbow Dash" userId="a80e82eff01ba30b" providerId="Windows Live" clId="Web-{B2D7FC81-7034-46F1-8598-A06A0AB35A0D}" dt="2021-10-22T18:55:09.916" v="98" actId="20577"/>
          <ac:spMkLst>
            <pc:docMk/>
            <pc:sldMk cId="3742403411" sldId="284"/>
            <ac:spMk id="3" creationId="{1C0FFE81-9245-4BA8-81FD-9428C2744432}"/>
          </ac:spMkLst>
        </pc:spChg>
      </pc:sldChg>
      <pc:sldChg chg="modSp addCm modCm">
        <pc:chgData name="Rainbow Dash" userId="a80e82eff01ba30b" providerId="Windows Live" clId="Web-{B2D7FC81-7034-46F1-8598-A06A0AB35A0D}" dt="2021-10-22T20:22:41.913" v="150" actId="20577"/>
        <pc:sldMkLst>
          <pc:docMk/>
          <pc:sldMk cId="121328144" sldId="285"/>
        </pc:sldMkLst>
        <pc:spChg chg="mod">
          <ac:chgData name="Rainbow Dash" userId="a80e82eff01ba30b" providerId="Windows Live" clId="Web-{B2D7FC81-7034-46F1-8598-A06A0AB35A0D}" dt="2021-10-22T20:22:41.913" v="150" actId="20577"/>
          <ac:spMkLst>
            <pc:docMk/>
            <pc:sldMk cId="121328144" sldId="285"/>
            <ac:spMk id="3" creationId="{6AC4FB42-EB17-4261-ADE0-4575BBE73E0C}"/>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3" dt="2021-11-11T09:12:23.220" idx="71">
    <p:pos x="10395" y="2613"/>
    <p:text>macstre (2012). Mozart. [Imagen]. Flickr. https://flickr.com/photos/macstre8jr/8457855761/ 
</p:text>
    <p:extLst>
      <p:ext uri="{C676402C-5697-4E1C-873F-D02D1690AC5C}">
        <p15:threadingInfo xmlns:p15="http://schemas.microsoft.com/office/powerpoint/2012/main" timeZoneBias="480"/>
      </p:ext>
    </p:extLst>
  </p:cm>
  <p:cm authorId="3" dt="2021-11-11T09:16:33.807" idx="72">
    <p:pos x="5302" y="6376"/>
    <p:text>iphonedigital (2015). En iTunes la música clásica ahora tiene más protagonismo. [Imagen]. Flickr. https://flickr.com/photos/iphonedigital/23804035125/ 
</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3" dt="2021-10-21T08:25:31.138" idx="7">
    <p:pos x="6667" y="3418"/>
    <p:text>Никита Воробьев (2015). Mozart-small. [Imagen]. Wikimedia Commons. https://commons.wikimedia.org/wiki/File:Mozart-small.jpg 
</p:text>
    <p:extLst mod="1">
      <p:ext uri="{C676402C-5697-4E1C-873F-D02D1690AC5C}">
        <p15:threadingInfo xmlns:p15="http://schemas.microsoft.com/office/powerpoint/2012/main" timeZoneBias="420"/>
      </p:ext>
    </p:extLst>
  </p:cm>
  <p:cm authorId="3" dt="2021-10-21T08:25:39.513" idx="8">
    <p:pos x="10401" y="3783"/>
    <p:text>Blight55 (2019). Beethoven. [Imagen]. Wikimedia Commons. https://commons.wikimedia.org/wiki/File:Beethoven.jpg 
</p:text>
    <p:extLst mod="1">
      <p:ext uri="{C676402C-5697-4E1C-873F-D02D1690AC5C}">
        <p15:threadingInfo xmlns:p15="http://schemas.microsoft.com/office/powerpoint/2012/main" timeZoneBias="420"/>
      </p:ext>
    </p:extLst>
  </p:cm>
  <p:cm authorId="3" dt="2021-10-21T08:25:47.076" idx="9">
    <p:pos x="5046" y="7506"/>
    <p:text>DenisDoukhan (2018). statue-3892466_1920. [Imagen]. Pixabay. https://pixabay.com/photos/statue-mozart-come-austria-3892466/ 
</p:text>
    <p:extLst mod="1">
      <p:ext uri="{C676402C-5697-4E1C-873F-D02D1690AC5C}">
        <p15:threadingInfo xmlns:p15="http://schemas.microsoft.com/office/powerpoint/2012/main" timeZoneBias="4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3" dt="2021-11-11T09:16:44.057" idx="73">
    <p:pos x="6029" y="1185"/>
    <p:text>Propongo poner la imagen de 2 compositores de los mencionados en el texto, similar al de la diapositiva 3 con Mozart y Beethoven
</p:text>
    <p:extLst mod="1">
      <p:ext uri="{C676402C-5697-4E1C-873F-D02D1690AC5C}">
        <p15:threadingInfo xmlns:p15="http://schemas.microsoft.com/office/powerpoint/2012/main" timeZoneBias="480"/>
      </p:ext>
    </p:extLst>
  </p:cm>
  <p:cm authorId="3" dt="2021-11-11T09:18:53.374" idx="75">
    <p:pos x="6029" y="1321"/>
    <p:text>Scewing (2015). Giuseppi Verdi by Ferdinand Mulnier c1870. [Imagen]. Wikimedia Commons. https://commons.wikimedia.org/wiki/File:Giuseppi_Verdi_by_Ferdinand_Mulnier_c1870.jpg 
</p:text>
    <p:extLst mod="1">
      <p:ext uri="{C676402C-5697-4E1C-873F-D02D1690AC5C}">
        <p15:threadingInfo xmlns:p15="http://schemas.microsoft.com/office/powerpoint/2012/main" timeZoneBias="480">
          <p15:parentCm authorId="3" idx="73"/>
        </p15:threadingInfo>
      </p:ext>
    </p:extLst>
  </p:cm>
  <p:cm authorId="3" dt="2021-11-11T09:20:54.175" idx="76">
    <p:pos x="6029" y="1457"/>
    <p:text>Lourdes kleykens (2015). Johannes-brahms-composer. [Imagen]. Wikimedia Commons. https://commons.wikimedia.org/wiki/File:Johannes-brahms-composer.jpg 
</p:text>
    <p:extLst mod="1">
      <p:ext uri="{C676402C-5697-4E1C-873F-D02D1690AC5C}">
        <p15:threadingInfo xmlns:p15="http://schemas.microsoft.com/office/powerpoint/2012/main" timeZoneBias="480">
          <p15:parentCm authorId="3" idx="73"/>
        </p15:threadingInfo>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3" dt="2021-11-11T09:16:52.495" idx="74">
    <p:pos x="6430" y="1109"/>
    <p:text>De igual modo, propongo poner el retrato de 2 de los compositores mencionados.
</p:text>
    <p:extLst mod="1">
      <p:ext uri="{C676402C-5697-4E1C-873F-D02D1690AC5C}">
        <p15:threadingInfo xmlns:p15="http://schemas.microsoft.com/office/powerpoint/2012/main" timeZoneBias="480"/>
      </p:ext>
    </p:extLst>
  </p:cm>
  <p:cm authorId="3" dt="2021-11-11T09:23:39.165" idx="77">
    <p:pos x="6430" y="1245"/>
    <p:text>Bloom6132 (2014). Claude Debussy ca 1908, foto av Félix Nadar. [Imagen]. Wikimedia Commons. https://commons.wikimedia.org/wiki/File:Claude_Debussy_ca_1908,_foto_av_F%C3%A9lix_Nadar.jpg 
</p:text>
    <p:extLst mod="1">
      <p:ext uri="{C676402C-5697-4E1C-873F-D02D1690AC5C}">
        <p15:threadingInfo xmlns:p15="http://schemas.microsoft.com/office/powerpoint/2012/main" timeZoneBias="480">
          <p15:parentCm authorId="3" idx="74"/>
        </p15:threadingInfo>
      </p:ext>
    </p:extLst>
  </p:cm>
  <p:cm authorId="3" dt="2021-11-11T09:24:17.213" idx="78">
    <p:pos x="6430" y="1381"/>
    <p:text>Renamed user 995577823Xyn (2014). Aaron Copland in 1962. [Imagen]. Wikimedia Commons. https://commons.wikimedia.org/wiki/File:Aaron_Copland_in_1962.jpg 
</p:text>
    <p:extLst mod="1">
      <p:ext uri="{C676402C-5697-4E1C-873F-D02D1690AC5C}">
        <p15:threadingInfo xmlns:p15="http://schemas.microsoft.com/office/powerpoint/2012/main" timeZoneBias="480">
          <p15:parentCm authorId="3" idx="74"/>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DDA77C-FC82-4D69-B034-A7CFAA910B02}" type="datetimeFigureOut">
              <a:rPr lang="es-MX" smtClean="0"/>
              <a:t>01/12/2021</a:t>
            </a:fld>
            <a:endParaRPr lang="es-MX"/>
          </a:p>
        </p:txBody>
      </p:sp>
      <p:sp>
        <p:nvSpPr>
          <p:cNvPr id="4" name="Marcador de imagen de diapositiva 3"/>
          <p:cNvSpPr>
            <a:spLocks noGrp="1" noRot="1" noChangeAspect="1"/>
          </p:cNvSpPr>
          <p:nvPr>
            <p:ph type="sldImg" idx="2"/>
          </p:nvPr>
        </p:nvSpPr>
        <p:spPr>
          <a:xfrm>
            <a:off x="1543050" y="1143000"/>
            <a:ext cx="37719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9075BB-1343-48BD-9520-8D9F20BEF7EA}" type="slidenum">
              <a:rPr lang="es-MX" smtClean="0"/>
              <a:t>‹Nº›</a:t>
            </a:fld>
            <a:endParaRPr lang="es-MX"/>
          </a:p>
        </p:txBody>
      </p:sp>
    </p:spTree>
    <p:extLst>
      <p:ext uri="{BB962C8B-B14F-4D97-AF65-F5344CB8AC3E}">
        <p14:creationId xmlns:p14="http://schemas.microsoft.com/office/powerpoint/2010/main" val="206218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484948" y="2651323"/>
            <a:ext cx="16829405" cy="5640152"/>
          </a:xfrm>
        </p:spPr>
        <p:txBody>
          <a:bodyPr anchor="b"/>
          <a:lstStyle>
            <a:lvl1pPr algn="ctr">
              <a:defRPr sz="12992"/>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474913" y="8508981"/>
            <a:ext cx="14849475" cy="3911355"/>
          </a:xfrm>
        </p:spPr>
        <p:txBody>
          <a:bodyPr/>
          <a:lstStyle>
            <a:lvl1pPr marL="0" indent="0" algn="ctr">
              <a:buNone/>
              <a:defRPr sz="5197"/>
            </a:lvl1pPr>
            <a:lvl2pPr marL="989975" indent="0" algn="ctr">
              <a:buNone/>
              <a:defRPr sz="4331"/>
            </a:lvl2pPr>
            <a:lvl3pPr marL="1979950" indent="0" algn="ctr">
              <a:buNone/>
              <a:defRPr sz="3898"/>
            </a:lvl3pPr>
            <a:lvl4pPr marL="2969925" indent="0" algn="ctr">
              <a:buNone/>
              <a:defRPr sz="3464"/>
            </a:lvl4pPr>
            <a:lvl5pPr marL="3959901" indent="0" algn="ctr">
              <a:buNone/>
              <a:defRPr sz="3464"/>
            </a:lvl5pPr>
            <a:lvl6pPr marL="4949876" indent="0" algn="ctr">
              <a:buNone/>
              <a:defRPr sz="3464"/>
            </a:lvl6pPr>
            <a:lvl7pPr marL="5939851" indent="0" algn="ctr">
              <a:buNone/>
              <a:defRPr sz="3464"/>
            </a:lvl7pPr>
            <a:lvl8pPr marL="6929826" indent="0" algn="ctr">
              <a:buNone/>
              <a:defRPr sz="3464"/>
            </a:lvl8pPr>
            <a:lvl9pPr marL="7919801" indent="0" algn="ctr">
              <a:buNone/>
              <a:defRPr sz="3464"/>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856BA440-60C8-4FA2-A8D1-040CB15E1E72}" type="datetimeFigureOut">
              <a:rPr lang="es-MX" smtClean="0"/>
              <a:t>01/12/2021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65ED97D3-17DB-4DDD-8829-D392E27D3E2A}" type="slidenum">
              <a:rPr lang="es-MX" smtClean="0"/>
              <a:t>‹Nº›</a:t>
            </a:fld>
            <a:endParaRPr lang="es-MX"/>
          </a:p>
        </p:txBody>
      </p:sp>
    </p:spTree>
    <p:extLst>
      <p:ext uri="{BB962C8B-B14F-4D97-AF65-F5344CB8AC3E}">
        <p14:creationId xmlns:p14="http://schemas.microsoft.com/office/powerpoint/2010/main" val="4138044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56BA440-60C8-4FA2-A8D1-040CB15E1E72}" type="datetimeFigureOut">
              <a:rPr lang="es-MX" smtClean="0"/>
              <a:t>01/12/2021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65ED97D3-17DB-4DDD-8829-D392E27D3E2A}" type="slidenum">
              <a:rPr lang="es-MX" smtClean="0"/>
              <a:t>‹Nº›</a:t>
            </a:fld>
            <a:endParaRPr lang="es-MX"/>
          </a:p>
        </p:txBody>
      </p:sp>
    </p:spTree>
    <p:extLst>
      <p:ext uri="{BB962C8B-B14F-4D97-AF65-F5344CB8AC3E}">
        <p14:creationId xmlns:p14="http://schemas.microsoft.com/office/powerpoint/2010/main" val="3260921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350891" y="4038864"/>
            <a:ext cx="17076896" cy="6738931"/>
          </a:xfrm>
        </p:spPr>
        <p:txBody>
          <a:bodyPr anchor="b"/>
          <a:lstStyle>
            <a:lvl1pPr>
              <a:defRPr sz="12992"/>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50891" y="10841548"/>
            <a:ext cx="17076896" cy="3543845"/>
          </a:xfrm>
        </p:spPr>
        <p:txBody>
          <a:bodyPr/>
          <a:lstStyle>
            <a:lvl1pPr marL="0" indent="0">
              <a:buNone/>
              <a:defRPr sz="5197">
                <a:solidFill>
                  <a:schemeClr val="tx1"/>
                </a:solidFill>
              </a:defRPr>
            </a:lvl1pPr>
            <a:lvl2pPr marL="989975" indent="0">
              <a:buNone/>
              <a:defRPr sz="4331">
                <a:solidFill>
                  <a:schemeClr val="tx1">
                    <a:tint val="75000"/>
                  </a:schemeClr>
                </a:solidFill>
              </a:defRPr>
            </a:lvl2pPr>
            <a:lvl3pPr marL="1979950" indent="0">
              <a:buNone/>
              <a:defRPr sz="3898">
                <a:solidFill>
                  <a:schemeClr val="tx1">
                    <a:tint val="75000"/>
                  </a:schemeClr>
                </a:solidFill>
              </a:defRPr>
            </a:lvl3pPr>
            <a:lvl4pPr marL="2969925" indent="0">
              <a:buNone/>
              <a:defRPr sz="3464">
                <a:solidFill>
                  <a:schemeClr val="tx1">
                    <a:tint val="75000"/>
                  </a:schemeClr>
                </a:solidFill>
              </a:defRPr>
            </a:lvl4pPr>
            <a:lvl5pPr marL="3959901" indent="0">
              <a:buNone/>
              <a:defRPr sz="3464">
                <a:solidFill>
                  <a:schemeClr val="tx1">
                    <a:tint val="75000"/>
                  </a:schemeClr>
                </a:solidFill>
              </a:defRPr>
            </a:lvl5pPr>
            <a:lvl6pPr marL="4949876" indent="0">
              <a:buNone/>
              <a:defRPr sz="3464">
                <a:solidFill>
                  <a:schemeClr val="tx1">
                    <a:tint val="75000"/>
                  </a:schemeClr>
                </a:solidFill>
              </a:defRPr>
            </a:lvl6pPr>
            <a:lvl7pPr marL="5939851" indent="0">
              <a:buNone/>
              <a:defRPr sz="3464">
                <a:solidFill>
                  <a:schemeClr val="tx1">
                    <a:tint val="75000"/>
                  </a:schemeClr>
                </a:solidFill>
              </a:defRPr>
            </a:lvl7pPr>
            <a:lvl8pPr marL="6929826" indent="0">
              <a:buNone/>
              <a:defRPr sz="3464">
                <a:solidFill>
                  <a:schemeClr val="tx1">
                    <a:tint val="75000"/>
                  </a:schemeClr>
                </a:solidFill>
              </a:defRPr>
            </a:lvl8pPr>
            <a:lvl9pPr marL="7919801" indent="0">
              <a:buNone/>
              <a:defRPr sz="3464">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856BA440-60C8-4FA2-A8D1-040CB15E1E72}" type="datetimeFigureOut">
              <a:rPr lang="es-MX" smtClean="0"/>
              <a:t>01/12/2021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65ED97D3-17DB-4DDD-8829-D392E27D3E2A}" type="slidenum">
              <a:rPr lang="es-MX" smtClean="0"/>
              <a:t>‹Nº›</a:t>
            </a:fld>
            <a:endParaRPr lang="es-MX"/>
          </a:p>
        </p:txBody>
      </p:sp>
    </p:spTree>
    <p:extLst>
      <p:ext uri="{BB962C8B-B14F-4D97-AF65-F5344CB8AC3E}">
        <p14:creationId xmlns:p14="http://schemas.microsoft.com/office/powerpoint/2010/main" val="2722895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361202" y="4312617"/>
            <a:ext cx="8414703" cy="10279029"/>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0023395" y="4312617"/>
            <a:ext cx="8414703" cy="10279029"/>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56BA440-60C8-4FA2-A8D1-040CB15E1E72}" type="datetimeFigureOut">
              <a:rPr lang="es-MX" smtClean="0"/>
              <a:t>01/12/2021</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65ED97D3-17DB-4DDD-8829-D392E27D3E2A}" type="slidenum">
              <a:rPr lang="es-MX" smtClean="0"/>
              <a:t>‹Nº›</a:t>
            </a:fld>
            <a:endParaRPr lang="es-MX"/>
          </a:p>
        </p:txBody>
      </p:sp>
    </p:spTree>
    <p:extLst>
      <p:ext uri="{BB962C8B-B14F-4D97-AF65-F5344CB8AC3E}">
        <p14:creationId xmlns:p14="http://schemas.microsoft.com/office/powerpoint/2010/main" val="2033154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63781" y="862527"/>
            <a:ext cx="17076896" cy="313133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63783" y="3971359"/>
            <a:ext cx="8376031" cy="1946301"/>
          </a:xfrm>
        </p:spPr>
        <p:txBody>
          <a:bodyPr anchor="b"/>
          <a:lstStyle>
            <a:lvl1pPr marL="0" indent="0">
              <a:buNone/>
              <a:defRPr sz="5197" b="1"/>
            </a:lvl1pPr>
            <a:lvl2pPr marL="989975" indent="0">
              <a:buNone/>
              <a:defRPr sz="4331" b="1"/>
            </a:lvl2pPr>
            <a:lvl3pPr marL="1979950" indent="0">
              <a:buNone/>
              <a:defRPr sz="3898" b="1"/>
            </a:lvl3pPr>
            <a:lvl4pPr marL="2969925" indent="0">
              <a:buNone/>
              <a:defRPr sz="3464" b="1"/>
            </a:lvl4pPr>
            <a:lvl5pPr marL="3959901" indent="0">
              <a:buNone/>
              <a:defRPr sz="3464" b="1"/>
            </a:lvl5pPr>
            <a:lvl6pPr marL="4949876" indent="0">
              <a:buNone/>
              <a:defRPr sz="3464" b="1"/>
            </a:lvl6pPr>
            <a:lvl7pPr marL="5939851" indent="0">
              <a:buNone/>
              <a:defRPr sz="3464" b="1"/>
            </a:lvl7pPr>
            <a:lvl8pPr marL="6929826" indent="0">
              <a:buNone/>
              <a:defRPr sz="3464" b="1"/>
            </a:lvl8pPr>
            <a:lvl9pPr marL="7919801" indent="0">
              <a:buNone/>
              <a:defRPr sz="3464" b="1"/>
            </a:lvl9pPr>
          </a:lstStyle>
          <a:p>
            <a:pPr lvl="0"/>
            <a:r>
              <a:rPr lang="es-ES"/>
              <a:t>Editar el estilo de texto del patrón</a:t>
            </a:r>
          </a:p>
        </p:txBody>
      </p:sp>
      <p:sp>
        <p:nvSpPr>
          <p:cNvPr id="4" name="Content Placeholder 3"/>
          <p:cNvSpPr>
            <a:spLocks noGrp="1"/>
          </p:cNvSpPr>
          <p:nvPr>
            <p:ph sz="half" idx="2"/>
          </p:nvPr>
        </p:nvSpPr>
        <p:spPr>
          <a:xfrm>
            <a:off x="1363783" y="5917660"/>
            <a:ext cx="8376031" cy="870398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0023397" y="3971359"/>
            <a:ext cx="8417281" cy="1946301"/>
          </a:xfrm>
        </p:spPr>
        <p:txBody>
          <a:bodyPr anchor="b"/>
          <a:lstStyle>
            <a:lvl1pPr marL="0" indent="0">
              <a:buNone/>
              <a:defRPr sz="5197" b="1"/>
            </a:lvl1pPr>
            <a:lvl2pPr marL="989975" indent="0">
              <a:buNone/>
              <a:defRPr sz="4331" b="1"/>
            </a:lvl2pPr>
            <a:lvl3pPr marL="1979950" indent="0">
              <a:buNone/>
              <a:defRPr sz="3898" b="1"/>
            </a:lvl3pPr>
            <a:lvl4pPr marL="2969925" indent="0">
              <a:buNone/>
              <a:defRPr sz="3464" b="1"/>
            </a:lvl4pPr>
            <a:lvl5pPr marL="3959901" indent="0">
              <a:buNone/>
              <a:defRPr sz="3464" b="1"/>
            </a:lvl5pPr>
            <a:lvl6pPr marL="4949876" indent="0">
              <a:buNone/>
              <a:defRPr sz="3464" b="1"/>
            </a:lvl6pPr>
            <a:lvl7pPr marL="5939851" indent="0">
              <a:buNone/>
              <a:defRPr sz="3464" b="1"/>
            </a:lvl7pPr>
            <a:lvl8pPr marL="6929826" indent="0">
              <a:buNone/>
              <a:defRPr sz="3464" b="1"/>
            </a:lvl8pPr>
            <a:lvl9pPr marL="7919801" indent="0">
              <a:buNone/>
              <a:defRPr sz="3464" b="1"/>
            </a:lvl9pPr>
          </a:lstStyle>
          <a:p>
            <a:pPr lvl="0"/>
            <a:r>
              <a:rPr lang="es-ES"/>
              <a:t>Editar el estilo de texto del patrón</a:t>
            </a:r>
          </a:p>
        </p:txBody>
      </p:sp>
      <p:sp>
        <p:nvSpPr>
          <p:cNvPr id="6" name="Content Placeholder 5"/>
          <p:cNvSpPr>
            <a:spLocks noGrp="1"/>
          </p:cNvSpPr>
          <p:nvPr>
            <p:ph sz="quarter" idx="4"/>
          </p:nvPr>
        </p:nvSpPr>
        <p:spPr>
          <a:xfrm>
            <a:off x="10023397" y="5917660"/>
            <a:ext cx="8417281" cy="870398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56BA440-60C8-4FA2-A8D1-040CB15E1E72}" type="datetimeFigureOut">
              <a:rPr lang="es-MX" smtClean="0"/>
              <a:t>01/12/2021</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65ED97D3-17DB-4DDD-8829-D392E27D3E2A}" type="slidenum">
              <a:rPr lang="es-MX" smtClean="0"/>
              <a:t>‹Nº›</a:t>
            </a:fld>
            <a:endParaRPr lang="es-MX"/>
          </a:p>
        </p:txBody>
      </p:sp>
    </p:spTree>
    <p:extLst>
      <p:ext uri="{BB962C8B-B14F-4D97-AF65-F5344CB8AC3E}">
        <p14:creationId xmlns:p14="http://schemas.microsoft.com/office/powerpoint/2010/main" val="1923867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56BA440-60C8-4FA2-A8D1-040CB15E1E72}" type="datetimeFigureOut">
              <a:rPr lang="es-MX" smtClean="0"/>
              <a:t>01/12/2021</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65ED97D3-17DB-4DDD-8829-D392E27D3E2A}" type="slidenum">
              <a:rPr lang="es-MX" smtClean="0"/>
              <a:t>‹Nº›</a:t>
            </a:fld>
            <a:endParaRPr lang="es-MX"/>
          </a:p>
        </p:txBody>
      </p:sp>
    </p:spTree>
    <p:extLst>
      <p:ext uri="{BB962C8B-B14F-4D97-AF65-F5344CB8AC3E}">
        <p14:creationId xmlns:p14="http://schemas.microsoft.com/office/powerpoint/2010/main" val="229820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6BA440-60C8-4FA2-A8D1-040CB15E1E72}" type="datetimeFigureOut">
              <a:rPr lang="es-MX" smtClean="0"/>
              <a:t>01/12/2021</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65ED97D3-17DB-4DDD-8829-D392E27D3E2A}" type="slidenum">
              <a:rPr lang="es-MX" smtClean="0"/>
              <a:t>‹Nº›</a:t>
            </a:fld>
            <a:endParaRPr lang="es-MX"/>
          </a:p>
        </p:txBody>
      </p:sp>
    </p:spTree>
    <p:extLst>
      <p:ext uri="{BB962C8B-B14F-4D97-AF65-F5344CB8AC3E}">
        <p14:creationId xmlns:p14="http://schemas.microsoft.com/office/powerpoint/2010/main" val="781890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363781" y="1080029"/>
            <a:ext cx="6385790" cy="3780102"/>
          </a:xfrm>
        </p:spPr>
        <p:txBody>
          <a:bodyPr anchor="b"/>
          <a:lstStyle>
            <a:lvl1pPr>
              <a:defRPr sz="6929"/>
            </a:lvl1pPr>
          </a:lstStyle>
          <a:p>
            <a:r>
              <a:rPr lang="es-ES"/>
              <a:t>Haga clic para modificar el estilo de título del patrón</a:t>
            </a:r>
            <a:endParaRPr lang="en-US" dirty="0"/>
          </a:p>
        </p:txBody>
      </p:sp>
      <p:sp>
        <p:nvSpPr>
          <p:cNvPr id="3" name="Content Placeholder 2"/>
          <p:cNvSpPr>
            <a:spLocks noGrp="1"/>
          </p:cNvSpPr>
          <p:nvPr>
            <p:ph idx="1"/>
          </p:nvPr>
        </p:nvSpPr>
        <p:spPr>
          <a:xfrm>
            <a:off x="8417281" y="2332567"/>
            <a:ext cx="10023396" cy="11512811"/>
          </a:xfrm>
        </p:spPr>
        <p:txBody>
          <a:bodyPr/>
          <a:lstStyle>
            <a:lvl1pPr>
              <a:defRPr sz="6929"/>
            </a:lvl1pPr>
            <a:lvl2pPr>
              <a:defRPr sz="6063"/>
            </a:lvl2pPr>
            <a:lvl3pPr>
              <a:defRPr sz="5197"/>
            </a:lvl3pPr>
            <a:lvl4pPr>
              <a:defRPr sz="4331"/>
            </a:lvl4pPr>
            <a:lvl5pPr>
              <a:defRPr sz="4331"/>
            </a:lvl5pPr>
            <a:lvl6pPr>
              <a:defRPr sz="4331"/>
            </a:lvl6pPr>
            <a:lvl7pPr>
              <a:defRPr sz="4331"/>
            </a:lvl7pPr>
            <a:lvl8pPr>
              <a:defRPr sz="4331"/>
            </a:lvl8pPr>
            <a:lvl9pPr>
              <a:defRPr sz="4331"/>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363781" y="4860131"/>
            <a:ext cx="6385790" cy="9003995"/>
          </a:xfrm>
        </p:spPr>
        <p:txBody>
          <a:bodyPr/>
          <a:lstStyle>
            <a:lvl1pPr marL="0" indent="0">
              <a:buNone/>
              <a:defRPr sz="3464"/>
            </a:lvl1pPr>
            <a:lvl2pPr marL="989975" indent="0">
              <a:buNone/>
              <a:defRPr sz="3031"/>
            </a:lvl2pPr>
            <a:lvl3pPr marL="1979950" indent="0">
              <a:buNone/>
              <a:defRPr sz="2598"/>
            </a:lvl3pPr>
            <a:lvl4pPr marL="2969925" indent="0">
              <a:buNone/>
              <a:defRPr sz="2165"/>
            </a:lvl4pPr>
            <a:lvl5pPr marL="3959901" indent="0">
              <a:buNone/>
              <a:defRPr sz="2165"/>
            </a:lvl5pPr>
            <a:lvl6pPr marL="4949876" indent="0">
              <a:buNone/>
              <a:defRPr sz="2165"/>
            </a:lvl6pPr>
            <a:lvl7pPr marL="5939851" indent="0">
              <a:buNone/>
              <a:defRPr sz="2165"/>
            </a:lvl7pPr>
            <a:lvl8pPr marL="6929826" indent="0">
              <a:buNone/>
              <a:defRPr sz="2165"/>
            </a:lvl8pPr>
            <a:lvl9pPr marL="7919801" indent="0">
              <a:buNone/>
              <a:defRPr sz="2165"/>
            </a:lvl9pPr>
          </a:lstStyle>
          <a:p>
            <a:pPr lvl="0"/>
            <a:r>
              <a:rPr lang="es-ES"/>
              <a:t>Editar el estilo de texto del patrón</a:t>
            </a:r>
          </a:p>
        </p:txBody>
      </p:sp>
      <p:sp>
        <p:nvSpPr>
          <p:cNvPr id="5" name="Date Placeholder 4"/>
          <p:cNvSpPr>
            <a:spLocks noGrp="1"/>
          </p:cNvSpPr>
          <p:nvPr>
            <p:ph type="dt" sz="half" idx="10"/>
          </p:nvPr>
        </p:nvSpPr>
        <p:spPr/>
        <p:txBody>
          <a:bodyPr/>
          <a:lstStyle/>
          <a:p>
            <a:fld id="{856BA440-60C8-4FA2-A8D1-040CB15E1E72}" type="datetimeFigureOut">
              <a:rPr lang="es-MX" smtClean="0"/>
              <a:t>01/12/2021</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65ED97D3-17DB-4DDD-8829-D392E27D3E2A}" type="slidenum">
              <a:rPr lang="es-MX" smtClean="0"/>
              <a:t>‹Nº›</a:t>
            </a:fld>
            <a:endParaRPr lang="es-MX"/>
          </a:p>
        </p:txBody>
      </p:sp>
    </p:spTree>
    <p:extLst>
      <p:ext uri="{BB962C8B-B14F-4D97-AF65-F5344CB8AC3E}">
        <p14:creationId xmlns:p14="http://schemas.microsoft.com/office/powerpoint/2010/main" val="961333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363781" y="1080029"/>
            <a:ext cx="6385790" cy="3780102"/>
          </a:xfrm>
        </p:spPr>
        <p:txBody>
          <a:bodyPr anchor="b"/>
          <a:lstStyle>
            <a:lvl1pPr>
              <a:defRPr sz="6929"/>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417281" y="2332567"/>
            <a:ext cx="10023396" cy="11512811"/>
          </a:xfrm>
        </p:spPr>
        <p:txBody>
          <a:bodyPr anchor="t"/>
          <a:lstStyle>
            <a:lvl1pPr marL="0" indent="0">
              <a:buNone/>
              <a:defRPr sz="6929"/>
            </a:lvl1pPr>
            <a:lvl2pPr marL="989975" indent="0">
              <a:buNone/>
              <a:defRPr sz="6063"/>
            </a:lvl2pPr>
            <a:lvl3pPr marL="1979950" indent="0">
              <a:buNone/>
              <a:defRPr sz="5197"/>
            </a:lvl3pPr>
            <a:lvl4pPr marL="2969925" indent="0">
              <a:buNone/>
              <a:defRPr sz="4331"/>
            </a:lvl4pPr>
            <a:lvl5pPr marL="3959901" indent="0">
              <a:buNone/>
              <a:defRPr sz="4331"/>
            </a:lvl5pPr>
            <a:lvl6pPr marL="4949876" indent="0">
              <a:buNone/>
              <a:defRPr sz="4331"/>
            </a:lvl6pPr>
            <a:lvl7pPr marL="5939851" indent="0">
              <a:buNone/>
              <a:defRPr sz="4331"/>
            </a:lvl7pPr>
            <a:lvl8pPr marL="6929826" indent="0">
              <a:buNone/>
              <a:defRPr sz="4331"/>
            </a:lvl8pPr>
            <a:lvl9pPr marL="7919801" indent="0">
              <a:buNone/>
              <a:defRPr sz="4331"/>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363781" y="4860131"/>
            <a:ext cx="6385790" cy="9003995"/>
          </a:xfrm>
        </p:spPr>
        <p:txBody>
          <a:bodyPr/>
          <a:lstStyle>
            <a:lvl1pPr marL="0" indent="0">
              <a:buNone/>
              <a:defRPr sz="3464"/>
            </a:lvl1pPr>
            <a:lvl2pPr marL="989975" indent="0">
              <a:buNone/>
              <a:defRPr sz="3031"/>
            </a:lvl2pPr>
            <a:lvl3pPr marL="1979950" indent="0">
              <a:buNone/>
              <a:defRPr sz="2598"/>
            </a:lvl3pPr>
            <a:lvl4pPr marL="2969925" indent="0">
              <a:buNone/>
              <a:defRPr sz="2165"/>
            </a:lvl4pPr>
            <a:lvl5pPr marL="3959901" indent="0">
              <a:buNone/>
              <a:defRPr sz="2165"/>
            </a:lvl5pPr>
            <a:lvl6pPr marL="4949876" indent="0">
              <a:buNone/>
              <a:defRPr sz="2165"/>
            </a:lvl6pPr>
            <a:lvl7pPr marL="5939851" indent="0">
              <a:buNone/>
              <a:defRPr sz="2165"/>
            </a:lvl7pPr>
            <a:lvl8pPr marL="6929826" indent="0">
              <a:buNone/>
              <a:defRPr sz="2165"/>
            </a:lvl8pPr>
            <a:lvl9pPr marL="7919801" indent="0">
              <a:buNone/>
              <a:defRPr sz="2165"/>
            </a:lvl9pPr>
          </a:lstStyle>
          <a:p>
            <a:pPr lvl="0"/>
            <a:r>
              <a:rPr lang="es-ES"/>
              <a:t>Editar el estilo de texto del patrón</a:t>
            </a:r>
          </a:p>
        </p:txBody>
      </p:sp>
      <p:sp>
        <p:nvSpPr>
          <p:cNvPr id="5" name="Date Placeholder 4"/>
          <p:cNvSpPr>
            <a:spLocks noGrp="1"/>
          </p:cNvSpPr>
          <p:nvPr>
            <p:ph type="dt" sz="half" idx="10"/>
          </p:nvPr>
        </p:nvSpPr>
        <p:spPr/>
        <p:txBody>
          <a:bodyPr/>
          <a:lstStyle/>
          <a:p>
            <a:fld id="{856BA440-60C8-4FA2-A8D1-040CB15E1E72}" type="datetimeFigureOut">
              <a:rPr lang="es-MX" smtClean="0"/>
              <a:t>01/12/2021</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65ED97D3-17DB-4DDD-8829-D392E27D3E2A}" type="slidenum">
              <a:rPr lang="es-MX" smtClean="0"/>
              <a:t>‹Nº›</a:t>
            </a:fld>
            <a:endParaRPr lang="es-MX"/>
          </a:p>
        </p:txBody>
      </p:sp>
    </p:spTree>
    <p:extLst>
      <p:ext uri="{BB962C8B-B14F-4D97-AF65-F5344CB8AC3E}">
        <p14:creationId xmlns:p14="http://schemas.microsoft.com/office/powerpoint/2010/main" val="364956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56BA440-60C8-4FA2-A8D1-040CB15E1E72}" type="datetimeFigureOut">
              <a:rPr lang="es-MX" smtClean="0"/>
              <a:t>01/12/2021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65ED97D3-17DB-4DDD-8829-D392E27D3E2A}" type="slidenum">
              <a:rPr lang="es-MX" smtClean="0"/>
              <a:t>‹Nº›</a:t>
            </a:fld>
            <a:endParaRPr lang="es-MX"/>
          </a:p>
        </p:txBody>
      </p:sp>
    </p:spTree>
    <p:extLst>
      <p:ext uri="{BB962C8B-B14F-4D97-AF65-F5344CB8AC3E}">
        <p14:creationId xmlns:p14="http://schemas.microsoft.com/office/powerpoint/2010/main" val="2168350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168875" y="862524"/>
            <a:ext cx="4269224" cy="13729122"/>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61203" y="862524"/>
            <a:ext cx="12560181" cy="13729122"/>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56BA440-60C8-4FA2-A8D1-040CB15E1E72}" type="datetimeFigureOut">
              <a:rPr lang="es-MX" smtClean="0"/>
              <a:t>01/12/2021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65ED97D3-17DB-4DDD-8829-D392E27D3E2A}" type="slidenum">
              <a:rPr lang="es-MX" smtClean="0"/>
              <a:t>‹Nº›</a:t>
            </a:fld>
            <a:endParaRPr lang="es-MX"/>
          </a:p>
        </p:txBody>
      </p:sp>
    </p:spTree>
    <p:extLst>
      <p:ext uri="{BB962C8B-B14F-4D97-AF65-F5344CB8AC3E}">
        <p14:creationId xmlns:p14="http://schemas.microsoft.com/office/powerpoint/2010/main" val="1313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61202" y="862527"/>
            <a:ext cx="17076896" cy="313133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61202" y="4312617"/>
            <a:ext cx="17076896" cy="10279029"/>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361202" y="15015410"/>
            <a:ext cx="4454843" cy="862523"/>
          </a:xfrm>
          <a:prstGeom prst="rect">
            <a:avLst/>
          </a:prstGeom>
        </p:spPr>
        <p:txBody>
          <a:bodyPr vert="horz" lIns="91440" tIns="45720" rIns="91440" bIns="45720" rtlCol="0" anchor="ctr"/>
          <a:lstStyle>
            <a:lvl1pPr algn="l">
              <a:defRPr sz="2598">
                <a:solidFill>
                  <a:schemeClr val="tx1">
                    <a:tint val="75000"/>
                  </a:schemeClr>
                </a:solidFill>
              </a:defRPr>
            </a:lvl1pPr>
          </a:lstStyle>
          <a:p>
            <a:fld id="{856BA440-60C8-4FA2-A8D1-040CB15E1E72}" type="datetimeFigureOut">
              <a:rPr lang="es-MX" smtClean="0"/>
              <a:t>01/12/2021</a:t>
            </a:fld>
            <a:endParaRPr lang="es-MX"/>
          </a:p>
        </p:txBody>
      </p:sp>
      <p:sp>
        <p:nvSpPr>
          <p:cNvPr id="5" name="Footer Placeholder 4"/>
          <p:cNvSpPr>
            <a:spLocks noGrp="1"/>
          </p:cNvSpPr>
          <p:nvPr>
            <p:ph type="ftr" sz="quarter" idx="3"/>
          </p:nvPr>
        </p:nvSpPr>
        <p:spPr>
          <a:xfrm>
            <a:off x="6558518" y="15015410"/>
            <a:ext cx="6682264" cy="862523"/>
          </a:xfrm>
          <a:prstGeom prst="rect">
            <a:avLst/>
          </a:prstGeom>
        </p:spPr>
        <p:txBody>
          <a:bodyPr vert="horz" lIns="91440" tIns="45720" rIns="91440" bIns="45720" rtlCol="0" anchor="ctr"/>
          <a:lstStyle>
            <a:lvl1pPr algn="ctr">
              <a:defRPr sz="2598">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13983255" y="15015410"/>
            <a:ext cx="4454843" cy="862523"/>
          </a:xfrm>
          <a:prstGeom prst="rect">
            <a:avLst/>
          </a:prstGeom>
        </p:spPr>
        <p:txBody>
          <a:bodyPr vert="horz" lIns="91440" tIns="45720" rIns="91440" bIns="45720" rtlCol="0" anchor="ctr"/>
          <a:lstStyle>
            <a:lvl1pPr algn="r">
              <a:defRPr sz="2598">
                <a:solidFill>
                  <a:schemeClr val="tx1">
                    <a:tint val="75000"/>
                  </a:schemeClr>
                </a:solidFill>
              </a:defRPr>
            </a:lvl1pPr>
          </a:lstStyle>
          <a:p>
            <a:fld id="{65ED97D3-17DB-4DDD-8829-D392E27D3E2A}" type="slidenum">
              <a:rPr lang="es-MX" smtClean="0"/>
              <a:t>‹Nº›</a:t>
            </a:fld>
            <a:endParaRPr lang="es-MX"/>
          </a:p>
        </p:txBody>
      </p:sp>
    </p:spTree>
    <p:extLst>
      <p:ext uri="{BB962C8B-B14F-4D97-AF65-F5344CB8AC3E}">
        <p14:creationId xmlns:p14="http://schemas.microsoft.com/office/powerpoint/2010/main" val="340498789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1979950" rtl="0" eaLnBrk="1" latinLnBrk="0" hangingPunct="1">
        <a:lnSpc>
          <a:spcPct val="90000"/>
        </a:lnSpc>
        <a:spcBef>
          <a:spcPct val="0"/>
        </a:spcBef>
        <a:buNone/>
        <a:defRPr sz="9527" kern="1200">
          <a:solidFill>
            <a:schemeClr val="tx1"/>
          </a:solidFill>
          <a:latin typeface="+mj-lt"/>
          <a:ea typeface="+mj-ea"/>
          <a:cs typeface="+mj-cs"/>
        </a:defRPr>
      </a:lvl1pPr>
    </p:titleStyle>
    <p:bodyStyle>
      <a:lvl1pPr marL="494988" indent="-494988" algn="l" defTabSz="1979950" rtl="0" eaLnBrk="1" latinLnBrk="0" hangingPunct="1">
        <a:lnSpc>
          <a:spcPct val="90000"/>
        </a:lnSpc>
        <a:spcBef>
          <a:spcPts val="2165"/>
        </a:spcBef>
        <a:buFont typeface="Arial" panose="020B0604020202020204" pitchFamily="34" charset="0"/>
        <a:buChar char="•"/>
        <a:defRPr sz="6063" kern="1200">
          <a:solidFill>
            <a:schemeClr val="tx1"/>
          </a:solidFill>
          <a:latin typeface="+mn-lt"/>
          <a:ea typeface="+mn-ea"/>
          <a:cs typeface="+mn-cs"/>
        </a:defRPr>
      </a:lvl1pPr>
      <a:lvl2pPr marL="1484963" indent="-494988" algn="l" defTabSz="1979950" rtl="0" eaLnBrk="1" latinLnBrk="0" hangingPunct="1">
        <a:lnSpc>
          <a:spcPct val="90000"/>
        </a:lnSpc>
        <a:spcBef>
          <a:spcPts val="1083"/>
        </a:spcBef>
        <a:buFont typeface="Arial" panose="020B0604020202020204" pitchFamily="34" charset="0"/>
        <a:buChar char="•"/>
        <a:defRPr sz="5197" kern="1200">
          <a:solidFill>
            <a:schemeClr val="tx1"/>
          </a:solidFill>
          <a:latin typeface="+mn-lt"/>
          <a:ea typeface="+mn-ea"/>
          <a:cs typeface="+mn-cs"/>
        </a:defRPr>
      </a:lvl2pPr>
      <a:lvl3pPr marL="2474938" indent="-494988" algn="l" defTabSz="1979950" rtl="0" eaLnBrk="1" latinLnBrk="0" hangingPunct="1">
        <a:lnSpc>
          <a:spcPct val="90000"/>
        </a:lnSpc>
        <a:spcBef>
          <a:spcPts val="1083"/>
        </a:spcBef>
        <a:buFont typeface="Arial" panose="020B0604020202020204" pitchFamily="34" charset="0"/>
        <a:buChar char="•"/>
        <a:defRPr sz="4331" kern="1200">
          <a:solidFill>
            <a:schemeClr val="tx1"/>
          </a:solidFill>
          <a:latin typeface="+mn-lt"/>
          <a:ea typeface="+mn-ea"/>
          <a:cs typeface="+mn-cs"/>
        </a:defRPr>
      </a:lvl3pPr>
      <a:lvl4pPr marL="3464913" indent="-494988" algn="l" defTabSz="1979950" rtl="0" eaLnBrk="1" latinLnBrk="0" hangingPunct="1">
        <a:lnSpc>
          <a:spcPct val="90000"/>
        </a:lnSpc>
        <a:spcBef>
          <a:spcPts val="1083"/>
        </a:spcBef>
        <a:buFont typeface="Arial" panose="020B0604020202020204" pitchFamily="34" charset="0"/>
        <a:buChar char="•"/>
        <a:defRPr sz="3898" kern="1200">
          <a:solidFill>
            <a:schemeClr val="tx1"/>
          </a:solidFill>
          <a:latin typeface="+mn-lt"/>
          <a:ea typeface="+mn-ea"/>
          <a:cs typeface="+mn-cs"/>
        </a:defRPr>
      </a:lvl4pPr>
      <a:lvl5pPr marL="4454888" indent="-494988" algn="l" defTabSz="1979950" rtl="0" eaLnBrk="1" latinLnBrk="0" hangingPunct="1">
        <a:lnSpc>
          <a:spcPct val="90000"/>
        </a:lnSpc>
        <a:spcBef>
          <a:spcPts val="1083"/>
        </a:spcBef>
        <a:buFont typeface="Arial" panose="020B0604020202020204" pitchFamily="34" charset="0"/>
        <a:buChar char="•"/>
        <a:defRPr sz="3898" kern="1200">
          <a:solidFill>
            <a:schemeClr val="tx1"/>
          </a:solidFill>
          <a:latin typeface="+mn-lt"/>
          <a:ea typeface="+mn-ea"/>
          <a:cs typeface="+mn-cs"/>
        </a:defRPr>
      </a:lvl5pPr>
      <a:lvl6pPr marL="5444863" indent="-494988" algn="l" defTabSz="1979950" rtl="0" eaLnBrk="1" latinLnBrk="0" hangingPunct="1">
        <a:lnSpc>
          <a:spcPct val="90000"/>
        </a:lnSpc>
        <a:spcBef>
          <a:spcPts val="1083"/>
        </a:spcBef>
        <a:buFont typeface="Arial" panose="020B0604020202020204" pitchFamily="34" charset="0"/>
        <a:buChar char="•"/>
        <a:defRPr sz="3898" kern="1200">
          <a:solidFill>
            <a:schemeClr val="tx1"/>
          </a:solidFill>
          <a:latin typeface="+mn-lt"/>
          <a:ea typeface="+mn-ea"/>
          <a:cs typeface="+mn-cs"/>
        </a:defRPr>
      </a:lvl6pPr>
      <a:lvl7pPr marL="6434839" indent="-494988" algn="l" defTabSz="1979950" rtl="0" eaLnBrk="1" latinLnBrk="0" hangingPunct="1">
        <a:lnSpc>
          <a:spcPct val="90000"/>
        </a:lnSpc>
        <a:spcBef>
          <a:spcPts val="1083"/>
        </a:spcBef>
        <a:buFont typeface="Arial" panose="020B0604020202020204" pitchFamily="34" charset="0"/>
        <a:buChar char="•"/>
        <a:defRPr sz="3898" kern="1200">
          <a:solidFill>
            <a:schemeClr val="tx1"/>
          </a:solidFill>
          <a:latin typeface="+mn-lt"/>
          <a:ea typeface="+mn-ea"/>
          <a:cs typeface="+mn-cs"/>
        </a:defRPr>
      </a:lvl7pPr>
      <a:lvl8pPr marL="7424814" indent="-494988" algn="l" defTabSz="1979950" rtl="0" eaLnBrk="1" latinLnBrk="0" hangingPunct="1">
        <a:lnSpc>
          <a:spcPct val="90000"/>
        </a:lnSpc>
        <a:spcBef>
          <a:spcPts val="1083"/>
        </a:spcBef>
        <a:buFont typeface="Arial" panose="020B0604020202020204" pitchFamily="34" charset="0"/>
        <a:buChar char="•"/>
        <a:defRPr sz="3898" kern="1200">
          <a:solidFill>
            <a:schemeClr val="tx1"/>
          </a:solidFill>
          <a:latin typeface="+mn-lt"/>
          <a:ea typeface="+mn-ea"/>
          <a:cs typeface="+mn-cs"/>
        </a:defRPr>
      </a:lvl8pPr>
      <a:lvl9pPr marL="8414789" indent="-494988" algn="l" defTabSz="1979950" rtl="0" eaLnBrk="1" latinLnBrk="0" hangingPunct="1">
        <a:lnSpc>
          <a:spcPct val="90000"/>
        </a:lnSpc>
        <a:spcBef>
          <a:spcPts val="1083"/>
        </a:spcBef>
        <a:buFont typeface="Arial" panose="020B0604020202020204" pitchFamily="34" charset="0"/>
        <a:buChar char="•"/>
        <a:defRPr sz="3898" kern="1200">
          <a:solidFill>
            <a:schemeClr val="tx1"/>
          </a:solidFill>
          <a:latin typeface="+mn-lt"/>
          <a:ea typeface="+mn-ea"/>
          <a:cs typeface="+mn-cs"/>
        </a:defRPr>
      </a:lvl9pPr>
    </p:bodyStyle>
    <p:otherStyle>
      <a:defPPr>
        <a:defRPr lang="en-US"/>
      </a:defPPr>
      <a:lvl1pPr marL="0" algn="l" defTabSz="1979950" rtl="0" eaLnBrk="1" latinLnBrk="0" hangingPunct="1">
        <a:defRPr sz="3898" kern="1200">
          <a:solidFill>
            <a:schemeClr val="tx1"/>
          </a:solidFill>
          <a:latin typeface="+mn-lt"/>
          <a:ea typeface="+mn-ea"/>
          <a:cs typeface="+mn-cs"/>
        </a:defRPr>
      </a:lvl1pPr>
      <a:lvl2pPr marL="989975" algn="l" defTabSz="1979950" rtl="0" eaLnBrk="1" latinLnBrk="0" hangingPunct="1">
        <a:defRPr sz="3898" kern="1200">
          <a:solidFill>
            <a:schemeClr val="tx1"/>
          </a:solidFill>
          <a:latin typeface="+mn-lt"/>
          <a:ea typeface="+mn-ea"/>
          <a:cs typeface="+mn-cs"/>
        </a:defRPr>
      </a:lvl2pPr>
      <a:lvl3pPr marL="1979950" algn="l" defTabSz="1979950" rtl="0" eaLnBrk="1" latinLnBrk="0" hangingPunct="1">
        <a:defRPr sz="3898" kern="1200">
          <a:solidFill>
            <a:schemeClr val="tx1"/>
          </a:solidFill>
          <a:latin typeface="+mn-lt"/>
          <a:ea typeface="+mn-ea"/>
          <a:cs typeface="+mn-cs"/>
        </a:defRPr>
      </a:lvl3pPr>
      <a:lvl4pPr marL="2969925" algn="l" defTabSz="1979950" rtl="0" eaLnBrk="1" latinLnBrk="0" hangingPunct="1">
        <a:defRPr sz="3898" kern="1200">
          <a:solidFill>
            <a:schemeClr val="tx1"/>
          </a:solidFill>
          <a:latin typeface="+mn-lt"/>
          <a:ea typeface="+mn-ea"/>
          <a:cs typeface="+mn-cs"/>
        </a:defRPr>
      </a:lvl4pPr>
      <a:lvl5pPr marL="3959901" algn="l" defTabSz="1979950" rtl="0" eaLnBrk="1" latinLnBrk="0" hangingPunct="1">
        <a:defRPr sz="3898" kern="1200">
          <a:solidFill>
            <a:schemeClr val="tx1"/>
          </a:solidFill>
          <a:latin typeface="+mn-lt"/>
          <a:ea typeface="+mn-ea"/>
          <a:cs typeface="+mn-cs"/>
        </a:defRPr>
      </a:lvl5pPr>
      <a:lvl6pPr marL="4949876" algn="l" defTabSz="1979950" rtl="0" eaLnBrk="1" latinLnBrk="0" hangingPunct="1">
        <a:defRPr sz="3898" kern="1200">
          <a:solidFill>
            <a:schemeClr val="tx1"/>
          </a:solidFill>
          <a:latin typeface="+mn-lt"/>
          <a:ea typeface="+mn-ea"/>
          <a:cs typeface="+mn-cs"/>
        </a:defRPr>
      </a:lvl6pPr>
      <a:lvl7pPr marL="5939851" algn="l" defTabSz="1979950" rtl="0" eaLnBrk="1" latinLnBrk="0" hangingPunct="1">
        <a:defRPr sz="3898" kern="1200">
          <a:solidFill>
            <a:schemeClr val="tx1"/>
          </a:solidFill>
          <a:latin typeface="+mn-lt"/>
          <a:ea typeface="+mn-ea"/>
          <a:cs typeface="+mn-cs"/>
        </a:defRPr>
      </a:lvl7pPr>
      <a:lvl8pPr marL="6929826" algn="l" defTabSz="1979950" rtl="0" eaLnBrk="1" latinLnBrk="0" hangingPunct="1">
        <a:defRPr sz="3898" kern="1200">
          <a:solidFill>
            <a:schemeClr val="tx1"/>
          </a:solidFill>
          <a:latin typeface="+mn-lt"/>
          <a:ea typeface="+mn-ea"/>
          <a:cs typeface="+mn-cs"/>
        </a:defRPr>
      </a:lvl8pPr>
      <a:lvl9pPr marL="7919801" algn="l" defTabSz="1979950" rtl="0" eaLnBrk="1" latinLnBrk="0" hangingPunct="1">
        <a:defRPr sz="38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comments" Target="../comments/comment2.xml"/><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omments" Target="../comments/commen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hyperlink" Target="https://revistas.udea.edu.co/index.php/almamater/article/view/344327/20804040" TargetMode="External"/><Relationship Id="rId3" Type="http://schemas.openxmlformats.org/officeDocument/2006/relationships/hyperlink" Target="https://www.medigraphic.com/pdfs/audiologia/fon-2012/fon123h.pdf" TargetMode="External"/><Relationship Id="rId7" Type="http://schemas.openxmlformats.org/officeDocument/2006/relationships/hyperlink" Target="http://www.scielo.org.mx/scielo.php?pid=S0185-12762017000100009&amp;script=sci_arttext" TargetMode="External"/><Relationship Id="rId2" Type="http://schemas.openxmlformats.org/officeDocument/2006/relationships/hyperlink" Target="https://dialnet.unirioja.es/descarga/articulo/7600318.pdf" TargetMode="External"/><Relationship Id="rId1" Type="http://schemas.openxmlformats.org/officeDocument/2006/relationships/slideLayout" Target="../slideLayouts/slideLayout7.xml"/><Relationship Id="rId6" Type="http://schemas.openxmlformats.org/officeDocument/2006/relationships/hyperlink" Target="http://repositorio.casadelacultura.gob.ec/handle/34000/117" TargetMode="External"/><Relationship Id="rId11" Type="http://schemas.openxmlformats.org/officeDocument/2006/relationships/hyperlink" Target="https://www.redalyc.org/pdf/1631/163129779011.pdf" TargetMode="External"/><Relationship Id="rId5" Type="http://schemas.openxmlformats.org/officeDocument/2006/relationships/hyperlink" Target="http://publicaciones.csmjaen.es/index.php/pruebas/article/viewFile/320/231" TargetMode="External"/><Relationship Id="rId10" Type="http://schemas.openxmlformats.org/officeDocument/2006/relationships/hyperlink" Target="http://www.revistadeespiritualidad.com/upload/pdf/1812articulo.pdf" TargetMode="External"/><Relationship Id="rId4" Type="http://schemas.openxmlformats.org/officeDocument/2006/relationships/hyperlink" Target="https://dialnet.unirioja.es/descarga/articulo/5024403.pdf" TargetMode="External"/><Relationship Id="rId9" Type="http://schemas.openxmlformats.org/officeDocument/2006/relationships/hyperlink" Target="https://zaguan.unizar.es/record/62682/files/TAZ-TFG-2017-2007.pdf"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dialnet.unirioja.es/descarga/articulo/3060627.pdf" TargetMode="External"/><Relationship Id="rId3" Type="http://schemas.openxmlformats.org/officeDocument/2006/relationships/hyperlink" Target="https://scielo.conicyt.cl/scielo.php?pid=S0716-27902021000100235&amp;script=sci_arttext" TargetMode="External"/><Relationship Id="rId7" Type="http://schemas.openxmlformats.org/officeDocument/2006/relationships/hyperlink" Target="http://revista.uaca.ac.cr/index.php/actas/article/view/95/76" TargetMode="External"/><Relationship Id="rId12" Type="http://schemas.openxmlformats.org/officeDocument/2006/relationships/hyperlink" Target="https://repositorio.une.edu.pe/handle/UNE/3442" TargetMode="External"/><Relationship Id="rId2" Type="http://schemas.openxmlformats.org/officeDocument/2006/relationships/hyperlink" Target="http://repositori.uic.es/bitstream/handle/20.500.12328/2442/Mendiz%20Noguero,%20Alfonso_Musica%20Mozart%20Cine_1992.pdf?sequence=1&amp;isAllowed=y" TargetMode="External"/><Relationship Id="rId1" Type="http://schemas.openxmlformats.org/officeDocument/2006/relationships/slideLayout" Target="../slideLayouts/slideLayout7.xml"/><Relationship Id="rId6" Type="http://schemas.openxmlformats.org/officeDocument/2006/relationships/hyperlink" Target="https://doi.org/10.18239/invesmusic.2020.11.10" TargetMode="External"/><Relationship Id="rId11" Type="http://schemas.openxmlformats.org/officeDocument/2006/relationships/hyperlink" Target="https://revistes.ub.edu/index.php/materia/article/download/32228/35199" TargetMode="External"/><Relationship Id="rId5" Type="http://schemas.openxmlformats.org/officeDocument/2006/relationships/hyperlink" Target="https://dialnet.unirioja.es/servlet/articulo?codigo=2070711" TargetMode="External"/><Relationship Id="rId10" Type="http://schemas.openxmlformats.org/officeDocument/2006/relationships/hyperlink" Target="https://ebuah.uah.es/xmlui/bitstream/handle/10017/47156/louis_santacecilia_QB_2020.pdf?sequence=1&amp;isAllowed=y" TargetMode="External"/><Relationship Id="rId4" Type="http://schemas.openxmlformats.org/officeDocument/2006/relationships/hyperlink" Target="https://scielo.conicyt.cl/scielo.php?pid=S0034-98872018000100091&amp;script=sci_arttext&amp;tlng=en" TargetMode="External"/><Relationship Id="rId9" Type="http://schemas.openxmlformats.org/officeDocument/2006/relationships/hyperlink" Target="https://www.redalyc.org/pdf/874/87429022004.pdf"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www.revistadefilosofia.org/98-11.pdf" TargetMode="External"/><Relationship Id="rId3" Type="http://schemas.openxmlformats.org/officeDocument/2006/relationships/hyperlink" Target="https://es.wikipedia.org/w/index.php?title=M%C3%BAsica_del_Romanticismo&amp;oldid=139177415" TargetMode="External"/><Relationship Id="rId7" Type="http://schemas.openxmlformats.org/officeDocument/2006/relationships/hyperlink" Target="https://lapalabrayelhombre.uv.mx/index.php/palabrahombre/article/view/3061/4948" TargetMode="External"/><Relationship Id="rId2" Type="http://schemas.openxmlformats.org/officeDocument/2006/relationships/hyperlink" Target="https://es.wikipedia.org/w/index.php?title=Romanticismo&amp;oldid=139065240" TargetMode="External"/><Relationship Id="rId1" Type="http://schemas.openxmlformats.org/officeDocument/2006/relationships/slideLayout" Target="../slideLayouts/slideLayout7.xml"/><Relationship Id="rId6" Type="http://schemas.openxmlformats.org/officeDocument/2006/relationships/hyperlink" Target="https://lapalabrayelhombre.uv.mx/index.php/palabrahombre/article/viewFile/3029/4964" TargetMode="External"/><Relationship Id="rId5" Type="http://schemas.openxmlformats.org/officeDocument/2006/relationships/hyperlink" Target="https://www.significados.com/romanticismo/" TargetMode="External"/><Relationship Id="rId4" Type="http://schemas.openxmlformats.org/officeDocument/2006/relationships/hyperlink" Target="https://neomusica.es/blog/musicos-del-romanticismo/"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anuariomusical.revistas.csic.es/index.php/anuariomusical/article/view/294" TargetMode="External"/><Relationship Id="rId3" Type="http://schemas.openxmlformats.org/officeDocument/2006/relationships/hyperlink" Target="https://es.wikipedia.org/w/index.php?title=Impresionismo&amp;oldid=138534118" TargetMode="External"/><Relationship Id="rId7" Type="http://schemas.openxmlformats.org/officeDocument/2006/relationships/hyperlink" Target="https://revistas.udea.edu.co/index.php/almamater/article/view/13524" TargetMode="External"/><Relationship Id="rId2" Type="http://schemas.openxmlformats.org/officeDocument/2006/relationships/hyperlink" Target="https://es.wikipedia.org/w/index.php?title=Impresionismo_musical&amp;oldid=138560810" TargetMode="External"/><Relationship Id="rId1" Type="http://schemas.openxmlformats.org/officeDocument/2006/relationships/slideLayout" Target="../slideLayouts/slideLayout7.xml"/><Relationship Id="rId6" Type="http://schemas.openxmlformats.org/officeDocument/2006/relationships/hyperlink" Target="https://cerac.unlpam.edu.ar/index.php/circe/article/view/2009" TargetMode="External"/><Relationship Id="rId5" Type="http://schemas.openxmlformats.org/officeDocument/2006/relationships/hyperlink" Target="https://www.redalyc.org/pdf/2970/297023446001.pdf" TargetMode="External"/><Relationship Id="rId10" Type="http://schemas.openxmlformats.org/officeDocument/2006/relationships/hyperlink" Target="http://www.sinfoniavirtual.com/revista/024/estetica_nocturnos_chopin.pdf" TargetMode="External"/><Relationship Id="rId4" Type="http://schemas.openxmlformats.org/officeDocument/2006/relationships/hyperlink" Target="https://buleria.unileon.es/bitstream/handle/10612/493/CURSO%20BAEZA%20MAAM%20IMPRESIONISMO.pdf?sequence=1" TargetMode="External"/><Relationship Id="rId9" Type="http://schemas.openxmlformats.org/officeDocument/2006/relationships/hyperlink" Target="https://escholarship.org/content/qt49c6961k/qt49c6961k.pdf"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scielo.conicyt.cl/scielo.php?pid=S0716-27902019000100098&amp;script=sci_arttext" TargetMode="External"/><Relationship Id="rId3" Type="http://schemas.openxmlformats.org/officeDocument/2006/relationships/hyperlink" Target="https://repositorio.unal.edu.co/handle/unal/79388" TargetMode="External"/><Relationship Id="rId7" Type="http://schemas.openxmlformats.org/officeDocument/2006/relationships/hyperlink" Target="https://eprints.ucm.es/id/eprint/59361/" TargetMode="External"/><Relationship Id="rId2" Type="http://schemas.openxmlformats.org/officeDocument/2006/relationships/hyperlink" Target="https://www.academia.edu/30284847/Debussy_otro_camino_al_atonalismo_No2" TargetMode="External"/><Relationship Id="rId1" Type="http://schemas.openxmlformats.org/officeDocument/2006/relationships/slideLayout" Target="../slideLayouts/slideLayout7.xml"/><Relationship Id="rId6" Type="http://schemas.openxmlformats.org/officeDocument/2006/relationships/hyperlink" Target="https://repository.eafit.edu.co/bitstream/handle/10784/2892/SergioAndres_SanchezSuarez_2014.pdf?sequence=1" TargetMode="External"/><Relationship Id="rId5" Type="http://schemas.openxmlformats.org/officeDocument/2006/relationships/hyperlink" Target="https://revistas.ucr.ac.cr/index.php/escena/article/download/8328/7882" TargetMode="External"/><Relationship Id="rId4" Type="http://schemas.openxmlformats.org/officeDocument/2006/relationships/hyperlink" Target="http://revistas.unm.edu.pe/index.php/Antec/article/view/15/11" TargetMode="External"/><Relationship Id="rId9" Type="http://schemas.openxmlformats.org/officeDocument/2006/relationships/hyperlink" Target="https://revistas.ucr.ac.cr/index.php/kanina/article/download/4677/449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932724" y="1086339"/>
            <a:ext cx="11884405" cy="10587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sz="2800" b="1" dirty="0">
                <a:latin typeface="Arial" panose="020B0604020202020204" pitchFamily="34" charset="0"/>
                <a:cs typeface="Arial" panose="020B0604020202020204" pitchFamily="34" charset="0"/>
              </a:rPr>
              <a:t>Módulo </a:t>
            </a:r>
            <a:r>
              <a:rPr lang="es-MX" sz="2800" b="1" dirty="0" smtClean="0">
                <a:latin typeface="Arial" panose="020B0604020202020204" pitchFamily="34" charset="0"/>
                <a:cs typeface="Arial" panose="020B0604020202020204" pitchFamily="34" charset="0"/>
              </a:rPr>
              <a:t>2. </a:t>
            </a:r>
            <a:r>
              <a:rPr lang="es-MX" sz="2800" b="1" dirty="0">
                <a:latin typeface="Arial" panose="020B0604020202020204" pitchFamily="34" charset="0"/>
                <a:cs typeface="Arial" panose="020B0604020202020204" pitchFamily="34" charset="0"/>
              </a:rPr>
              <a:t>Música de 1750 a la época impresionista</a:t>
            </a:r>
          </a:p>
        </p:txBody>
      </p:sp>
      <p:sp>
        <p:nvSpPr>
          <p:cNvPr id="3" name="Rectángulo 2"/>
          <p:cNvSpPr/>
          <p:nvPr/>
        </p:nvSpPr>
        <p:spPr>
          <a:xfrm>
            <a:off x="1943100" y="3962597"/>
            <a:ext cx="7600949" cy="5068609"/>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s-MX" sz="2400" b="1" dirty="0">
                <a:solidFill>
                  <a:schemeClr val="tx1"/>
                </a:solidFill>
                <a:latin typeface="Arial" panose="020B0604020202020204" pitchFamily="34" charset="0"/>
                <a:cs typeface="Arial" panose="020B0604020202020204" pitchFamily="34" charset="0"/>
              </a:rPr>
              <a:t>Introducción</a:t>
            </a:r>
          </a:p>
          <a:p>
            <a:endParaRPr lang="es-MX" sz="2400" b="1" dirty="0">
              <a:solidFill>
                <a:schemeClr val="tx1"/>
              </a:solidFill>
              <a:latin typeface="Arial" panose="020B0604020202020204" pitchFamily="34" charset="0"/>
              <a:cs typeface="Arial" panose="020B0604020202020204" pitchFamily="34" charset="0"/>
            </a:endParaRPr>
          </a:p>
          <a:p>
            <a:pPr algn="just"/>
            <a:r>
              <a:rPr lang="es-MX" sz="2400" dirty="0">
                <a:solidFill>
                  <a:schemeClr val="tx1"/>
                </a:solidFill>
                <a:latin typeface="Arial" panose="020B0604020202020204" pitchFamily="34" charset="0"/>
                <a:cs typeface="Arial" panose="020B0604020202020204" pitchFamily="34" charset="0"/>
              </a:rPr>
              <a:t>En este módulo se muestran ejemplos musicales </a:t>
            </a:r>
            <a:r>
              <a:rPr lang="es-MX" sz="2400" dirty="0" smtClean="0">
                <a:solidFill>
                  <a:schemeClr val="tx1"/>
                </a:solidFill>
                <a:latin typeface="Arial" panose="020B0604020202020204" pitchFamily="34" charset="0"/>
                <a:cs typeface="Arial" panose="020B0604020202020204" pitchFamily="34" charset="0"/>
              </a:rPr>
              <a:t>de quienes </a:t>
            </a:r>
            <a:r>
              <a:rPr lang="es-MX" sz="2400" dirty="0">
                <a:solidFill>
                  <a:schemeClr val="tx1"/>
                </a:solidFill>
                <a:latin typeface="Arial" panose="020B0604020202020204" pitchFamily="34" charset="0"/>
                <a:cs typeface="Arial" panose="020B0604020202020204" pitchFamily="34" charset="0"/>
              </a:rPr>
              <a:t>fueron los principales compositores del </a:t>
            </a:r>
            <a:r>
              <a:rPr lang="es-MX" sz="2400" dirty="0" smtClean="0">
                <a:solidFill>
                  <a:schemeClr val="tx1"/>
                </a:solidFill>
                <a:latin typeface="Arial" panose="020B0604020202020204" pitchFamily="34" charset="0"/>
                <a:cs typeface="Arial" panose="020B0604020202020204" pitchFamily="34" charset="0"/>
              </a:rPr>
              <a:t>clasicismo</a:t>
            </a:r>
            <a:r>
              <a:rPr lang="es-MX" sz="2400" dirty="0">
                <a:solidFill>
                  <a:schemeClr val="tx1"/>
                </a:solidFill>
                <a:latin typeface="Arial" panose="020B0604020202020204" pitchFamily="34" charset="0"/>
                <a:cs typeface="Arial" panose="020B0604020202020204" pitchFamily="34" charset="0"/>
              </a:rPr>
              <a:t>, con obras como la </a:t>
            </a:r>
            <a:r>
              <a:rPr lang="es-MX" sz="2400" i="1" dirty="0">
                <a:solidFill>
                  <a:schemeClr val="tx1"/>
                </a:solidFill>
                <a:latin typeface="Arial" panose="020B0604020202020204" pitchFamily="34" charset="0"/>
                <a:cs typeface="Arial" panose="020B0604020202020204" pitchFamily="34" charset="0"/>
              </a:rPr>
              <a:t>Pequeña serenata </a:t>
            </a:r>
            <a:r>
              <a:rPr lang="es-MX" sz="2400" i="1" dirty="0" smtClean="0">
                <a:solidFill>
                  <a:schemeClr val="tx1"/>
                </a:solidFill>
                <a:latin typeface="Arial" panose="020B0604020202020204" pitchFamily="34" charset="0"/>
                <a:cs typeface="Arial" panose="020B0604020202020204" pitchFamily="34" charset="0"/>
              </a:rPr>
              <a:t>nocturna, </a:t>
            </a:r>
            <a:r>
              <a:rPr lang="es-MX" sz="2400" dirty="0">
                <a:solidFill>
                  <a:schemeClr val="tx1"/>
                </a:solidFill>
                <a:latin typeface="Arial" panose="020B0604020202020204" pitchFamily="34" charset="0"/>
                <a:cs typeface="Arial" panose="020B0604020202020204" pitchFamily="34" charset="0"/>
              </a:rPr>
              <a:t>de </a:t>
            </a:r>
            <a:r>
              <a:rPr lang="es-MX" sz="2400" dirty="0" smtClean="0">
                <a:solidFill>
                  <a:schemeClr val="tx1"/>
                </a:solidFill>
                <a:latin typeface="Arial" panose="020B0604020202020204" pitchFamily="34" charset="0"/>
                <a:cs typeface="Arial" panose="020B0604020202020204" pitchFamily="34" charset="0"/>
              </a:rPr>
              <a:t>Mozart, </a:t>
            </a:r>
            <a:r>
              <a:rPr lang="es-MX" sz="2400" dirty="0">
                <a:solidFill>
                  <a:schemeClr val="tx1"/>
                </a:solidFill>
                <a:latin typeface="Arial" panose="020B0604020202020204" pitchFamily="34" charset="0"/>
                <a:cs typeface="Arial" panose="020B0604020202020204" pitchFamily="34" charset="0"/>
              </a:rPr>
              <a:t>o la magnifica Novena </a:t>
            </a:r>
            <a:r>
              <a:rPr lang="es-MX" sz="2400" dirty="0" smtClean="0">
                <a:solidFill>
                  <a:schemeClr val="tx1"/>
                </a:solidFill>
                <a:latin typeface="Arial" panose="020B0604020202020204" pitchFamily="34" charset="0"/>
                <a:cs typeface="Arial" panose="020B0604020202020204" pitchFamily="34" charset="0"/>
              </a:rPr>
              <a:t>Sinfonía, </a:t>
            </a:r>
            <a:r>
              <a:rPr lang="es-MX" sz="2400" dirty="0">
                <a:solidFill>
                  <a:schemeClr val="tx1"/>
                </a:solidFill>
                <a:latin typeface="Arial" panose="020B0604020202020204" pitchFamily="34" charset="0"/>
                <a:cs typeface="Arial" panose="020B0604020202020204" pitchFamily="34" charset="0"/>
              </a:rPr>
              <a:t>de Beethoven. También conoceremos el origen de algunos ejemplos de música del r</a:t>
            </a:r>
            <a:r>
              <a:rPr lang="es-MX" sz="2400" dirty="0" smtClean="0">
                <a:solidFill>
                  <a:schemeClr val="tx1"/>
                </a:solidFill>
                <a:latin typeface="Arial" panose="020B0604020202020204" pitchFamily="34" charset="0"/>
                <a:cs typeface="Arial" panose="020B0604020202020204" pitchFamily="34" charset="0"/>
              </a:rPr>
              <a:t>omanticismo, </a:t>
            </a:r>
            <a:r>
              <a:rPr lang="es-MX" sz="2400" dirty="0">
                <a:solidFill>
                  <a:schemeClr val="tx1"/>
                </a:solidFill>
                <a:latin typeface="Arial" panose="020B0604020202020204" pitchFamily="34" charset="0"/>
                <a:cs typeface="Arial" panose="020B0604020202020204" pitchFamily="34" charset="0"/>
              </a:rPr>
              <a:t>como la </a:t>
            </a:r>
            <a:r>
              <a:rPr lang="es-MX" sz="2400" i="1" dirty="0" smtClean="0">
                <a:solidFill>
                  <a:schemeClr val="tx1"/>
                </a:solidFill>
                <a:latin typeface="Arial" panose="020B0604020202020204" pitchFamily="34" charset="0"/>
                <a:cs typeface="Arial" panose="020B0604020202020204" pitchFamily="34" charset="0"/>
              </a:rPr>
              <a:t>Marcha Nupcial, </a:t>
            </a:r>
            <a:r>
              <a:rPr lang="es-MX" sz="2400" dirty="0">
                <a:solidFill>
                  <a:schemeClr val="tx1"/>
                </a:solidFill>
                <a:latin typeface="Arial" panose="020B0604020202020204" pitchFamily="34" charset="0"/>
                <a:cs typeface="Arial" panose="020B0604020202020204" pitchFamily="34" charset="0"/>
              </a:rPr>
              <a:t>de Felix </a:t>
            </a:r>
            <a:r>
              <a:rPr lang="es-MX" sz="2400" dirty="0" smtClean="0">
                <a:solidFill>
                  <a:schemeClr val="tx1"/>
                </a:solidFill>
                <a:latin typeface="Arial" panose="020B0604020202020204" pitchFamily="34" charset="0"/>
                <a:cs typeface="Arial" panose="020B0604020202020204" pitchFamily="34" charset="0"/>
              </a:rPr>
              <a:t>Mendelssohn, </a:t>
            </a:r>
            <a:r>
              <a:rPr lang="es-MX" sz="2400" dirty="0">
                <a:solidFill>
                  <a:schemeClr val="tx1"/>
                </a:solidFill>
                <a:latin typeface="Arial" panose="020B0604020202020204" pitchFamily="34" charset="0"/>
                <a:cs typeface="Arial" panose="020B0604020202020204" pitchFamily="34" charset="0"/>
              </a:rPr>
              <a:t>o la </a:t>
            </a:r>
            <a:r>
              <a:rPr lang="es-MX" sz="2400" i="1" dirty="0">
                <a:solidFill>
                  <a:schemeClr val="tx1"/>
                </a:solidFill>
                <a:latin typeface="Arial" panose="020B0604020202020204" pitchFamily="34" charset="0"/>
                <a:cs typeface="Arial" panose="020B0604020202020204" pitchFamily="34" charset="0"/>
              </a:rPr>
              <a:t>Canción de </a:t>
            </a:r>
            <a:r>
              <a:rPr lang="es-MX" sz="2400" i="1" dirty="0" smtClean="0">
                <a:solidFill>
                  <a:schemeClr val="tx1"/>
                </a:solidFill>
                <a:latin typeface="Arial" panose="020B0604020202020204" pitchFamily="34" charset="0"/>
                <a:cs typeface="Arial" panose="020B0604020202020204" pitchFamily="34" charset="0"/>
              </a:rPr>
              <a:t>cuna, </a:t>
            </a:r>
            <a:r>
              <a:rPr lang="es-MX" sz="2400" dirty="0">
                <a:solidFill>
                  <a:schemeClr val="tx1"/>
                </a:solidFill>
                <a:latin typeface="Arial" panose="020B0604020202020204" pitchFamily="34" charset="0"/>
                <a:cs typeface="Arial" panose="020B0604020202020204" pitchFamily="34" charset="0"/>
              </a:rPr>
              <a:t>de Johannes Brahms. Así mismo, abordaremos </a:t>
            </a:r>
            <a:r>
              <a:rPr lang="es-MX" sz="2400" dirty="0" smtClean="0">
                <a:solidFill>
                  <a:schemeClr val="tx1"/>
                </a:solidFill>
                <a:latin typeface="Arial" panose="020B0604020202020204" pitchFamily="34" charset="0"/>
                <a:cs typeface="Arial" panose="020B0604020202020204" pitchFamily="34" charset="0"/>
              </a:rPr>
              <a:t>algunas </a:t>
            </a:r>
            <a:r>
              <a:rPr lang="es-MX" sz="2400" dirty="0">
                <a:solidFill>
                  <a:schemeClr val="tx1"/>
                </a:solidFill>
                <a:latin typeface="Arial" panose="020B0604020202020204" pitchFamily="34" charset="0"/>
                <a:cs typeface="Arial" panose="020B0604020202020204" pitchFamily="34" charset="0"/>
              </a:rPr>
              <a:t>de las obras </a:t>
            </a:r>
            <a:r>
              <a:rPr lang="es-MX" sz="2400" dirty="0" smtClean="0">
                <a:solidFill>
                  <a:schemeClr val="tx1"/>
                </a:solidFill>
                <a:latin typeface="Arial" panose="020B0604020202020204" pitchFamily="34" charset="0"/>
                <a:cs typeface="Arial" panose="020B0604020202020204" pitchFamily="34" charset="0"/>
              </a:rPr>
              <a:t>m</a:t>
            </a:r>
            <a:r>
              <a:rPr lang="es-ES" sz="2400" dirty="0" smtClean="0">
                <a:solidFill>
                  <a:schemeClr val="tx1"/>
                </a:solidFill>
                <a:latin typeface="Arial" panose="020B0604020202020204" pitchFamily="34" charset="0"/>
                <a:cs typeface="Arial" panose="020B0604020202020204" pitchFamily="34" charset="0"/>
              </a:rPr>
              <a:t>á</a:t>
            </a:r>
            <a:r>
              <a:rPr lang="es-MX" sz="2400" dirty="0" smtClean="0">
                <a:solidFill>
                  <a:schemeClr val="tx1"/>
                </a:solidFill>
                <a:latin typeface="Arial" panose="020B0604020202020204" pitchFamily="34" charset="0"/>
                <a:cs typeface="Arial" panose="020B0604020202020204" pitchFamily="34" charset="0"/>
              </a:rPr>
              <a:t>s </a:t>
            </a:r>
            <a:r>
              <a:rPr lang="es-MX" sz="2400" dirty="0">
                <a:solidFill>
                  <a:schemeClr val="tx1"/>
                </a:solidFill>
                <a:latin typeface="Arial" panose="020B0604020202020204" pitchFamily="34" charset="0"/>
                <a:cs typeface="Arial" panose="020B0604020202020204" pitchFamily="34" charset="0"/>
              </a:rPr>
              <a:t>representativas del periodo i</a:t>
            </a:r>
            <a:r>
              <a:rPr lang="es-MX" sz="2400" dirty="0" smtClean="0">
                <a:solidFill>
                  <a:schemeClr val="tx1"/>
                </a:solidFill>
                <a:latin typeface="Arial" panose="020B0604020202020204" pitchFamily="34" charset="0"/>
                <a:cs typeface="Arial" panose="020B0604020202020204" pitchFamily="34" charset="0"/>
              </a:rPr>
              <a:t>mpresionista, tales </a:t>
            </a:r>
            <a:r>
              <a:rPr lang="es-MX" sz="2400" dirty="0">
                <a:solidFill>
                  <a:schemeClr val="tx1"/>
                </a:solidFill>
                <a:latin typeface="Arial" panose="020B0604020202020204" pitchFamily="34" charset="0"/>
                <a:cs typeface="Arial" panose="020B0604020202020204" pitchFamily="34" charset="0"/>
              </a:rPr>
              <a:t>como el </a:t>
            </a:r>
            <a:r>
              <a:rPr lang="es-MX" sz="2400" i="1" dirty="0" smtClean="0">
                <a:solidFill>
                  <a:schemeClr val="tx1"/>
                </a:solidFill>
                <a:latin typeface="Arial" panose="020B0604020202020204" pitchFamily="34" charset="0"/>
                <a:cs typeface="Arial" panose="020B0604020202020204" pitchFamily="34" charset="0"/>
              </a:rPr>
              <a:t>Bolero</a:t>
            </a:r>
            <a:r>
              <a:rPr lang="es-MX" sz="2400" dirty="0" smtClean="0">
                <a:solidFill>
                  <a:schemeClr val="tx1"/>
                </a:solidFill>
                <a:latin typeface="Arial" panose="020B0604020202020204" pitchFamily="34" charset="0"/>
                <a:cs typeface="Arial" panose="020B0604020202020204" pitchFamily="34" charset="0"/>
              </a:rPr>
              <a:t>, de </a:t>
            </a:r>
            <a:r>
              <a:rPr lang="es-MX" sz="2400" dirty="0">
                <a:solidFill>
                  <a:schemeClr val="tx1"/>
                </a:solidFill>
                <a:latin typeface="Arial" panose="020B0604020202020204" pitchFamily="34" charset="0"/>
                <a:cs typeface="Arial" panose="020B0604020202020204" pitchFamily="34" charset="0"/>
              </a:rPr>
              <a:t>Maurice </a:t>
            </a:r>
            <a:r>
              <a:rPr lang="es-MX" sz="2400" dirty="0" smtClean="0">
                <a:solidFill>
                  <a:schemeClr val="tx1"/>
                </a:solidFill>
                <a:latin typeface="Arial" panose="020B0604020202020204" pitchFamily="34" charset="0"/>
                <a:cs typeface="Arial" panose="020B0604020202020204" pitchFamily="34" charset="0"/>
              </a:rPr>
              <a:t>Ravel, </a:t>
            </a:r>
            <a:r>
              <a:rPr lang="es-MX" sz="2400" dirty="0">
                <a:solidFill>
                  <a:schemeClr val="tx1"/>
                </a:solidFill>
                <a:latin typeface="Arial" panose="020B0604020202020204" pitchFamily="34" charset="0"/>
                <a:cs typeface="Arial" panose="020B0604020202020204" pitchFamily="34" charset="0"/>
              </a:rPr>
              <a:t>o el </a:t>
            </a:r>
            <a:r>
              <a:rPr lang="es-MX" sz="2400" i="1" dirty="0">
                <a:solidFill>
                  <a:schemeClr val="tx1"/>
                </a:solidFill>
                <a:latin typeface="Arial" panose="020B0604020202020204" pitchFamily="34" charset="0"/>
                <a:cs typeface="Arial" panose="020B0604020202020204" pitchFamily="34" charset="0"/>
              </a:rPr>
              <a:t>Claro de </a:t>
            </a:r>
            <a:r>
              <a:rPr lang="es-MX" sz="2400" i="1" dirty="0" smtClean="0">
                <a:solidFill>
                  <a:schemeClr val="tx1"/>
                </a:solidFill>
                <a:latin typeface="Arial" panose="020B0604020202020204" pitchFamily="34" charset="0"/>
                <a:cs typeface="Arial" panose="020B0604020202020204" pitchFamily="34" charset="0"/>
              </a:rPr>
              <a:t>Luna</a:t>
            </a:r>
            <a:r>
              <a:rPr lang="es-MX" sz="2400" dirty="0" smtClean="0">
                <a:solidFill>
                  <a:schemeClr val="tx1"/>
                </a:solidFill>
                <a:latin typeface="Arial" panose="020B0604020202020204" pitchFamily="34" charset="0"/>
                <a:cs typeface="Arial" panose="020B0604020202020204" pitchFamily="34" charset="0"/>
              </a:rPr>
              <a:t>, </a:t>
            </a:r>
            <a:r>
              <a:rPr lang="es-MX" sz="2400" dirty="0">
                <a:solidFill>
                  <a:schemeClr val="tx1"/>
                </a:solidFill>
                <a:latin typeface="Arial" panose="020B0604020202020204" pitchFamily="34" charset="0"/>
                <a:cs typeface="Arial" panose="020B0604020202020204" pitchFamily="34" charset="0"/>
              </a:rPr>
              <a:t>de Claude Debussy.</a:t>
            </a:r>
            <a:endParaRPr lang="es-MX" sz="2400" b="1" dirty="0">
              <a:solidFill>
                <a:schemeClr val="tx1"/>
              </a:solidFill>
              <a:latin typeface="Arial" panose="020B0604020202020204" pitchFamily="34" charset="0"/>
              <a:cs typeface="Arial" panose="020B0604020202020204" pitchFamily="34" charset="0"/>
            </a:endParaRPr>
          </a:p>
        </p:txBody>
      </p:sp>
      <p:sp>
        <p:nvSpPr>
          <p:cNvPr id="9" name="CuadroTexto 8"/>
          <p:cNvSpPr txBox="1"/>
          <p:nvPr/>
        </p:nvSpPr>
        <p:spPr>
          <a:xfrm>
            <a:off x="204555" y="106700"/>
            <a:ext cx="5546903" cy="294961"/>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defPPr>
              <a:defRPr lang="es-MX"/>
            </a:defPPr>
            <a:lvl1pPr algn="ctr"/>
          </a:lstStyle>
          <a:p>
            <a:endParaRPr lang="es-MX" sz="2109" dirty="0"/>
          </a:p>
        </p:txBody>
      </p:sp>
      <p:sp>
        <p:nvSpPr>
          <p:cNvPr id="11" name="Rectángulo 10"/>
          <p:cNvSpPr/>
          <p:nvPr/>
        </p:nvSpPr>
        <p:spPr>
          <a:xfrm>
            <a:off x="9824782" y="10836509"/>
            <a:ext cx="6417165" cy="350082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just"/>
            <a:r>
              <a:rPr lang="es-MX" sz="2400" b="1" dirty="0">
                <a:latin typeface="Arial" panose="020B0604020202020204" pitchFamily="34" charset="0"/>
                <a:cs typeface="Arial" panose="020B0604020202020204" pitchFamily="34" charset="0"/>
              </a:rPr>
              <a:t>Propósito</a:t>
            </a:r>
          </a:p>
          <a:p>
            <a:pPr algn="just"/>
            <a:endParaRPr lang="es-MX" sz="2400" b="1" dirty="0">
              <a:latin typeface="Arial" panose="020B0604020202020204" pitchFamily="34" charset="0"/>
              <a:cs typeface="Arial" panose="020B0604020202020204" pitchFamily="34" charset="0"/>
            </a:endParaRPr>
          </a:p>
          <a:p>
            <a:pPr algn="just"/>
            <a:r>
              <a:rPr lang="es-MX" sz="2400" dirty="0">
                <a:solidFill>
                  <a:schemeClr val="tx1"/>
                </a:solidFill>
                <a:latin typeface="Arial" panose="020B0604020202020204" pitchFamily="34" charset="0"/>
                <a:cs typeface="Arial" panose="020B0604020202020204" pitchFamily="34" charset="0"/>
              </a:rPr>
              <a:t>Observar la evolución del estilo </a:t>
            </a:r>
            <a:r>
              <a:rPr lang="es-MX" sz="2400" dirty="0" smtClean="0">
                <a:solidFill>
                  <a:schemeClr val="tx1"/>
                </a:solidFill>
                <a:latin typeface="Arial" panose="020B0604020202020204" pitchFamily="34" charset="0"/>
                <a:cs typeface="Arial" panose="020B0604020202020204" pitchFamily="34" charset="0"/>
              </a:rPr>
              <a:t>musical</a:t>
            </a:r>
            <a:r>
              <a:rPr lang="es-MX" sz="2400" dirty="0">
                <a:solidFill>
                  <a:schemeClr val="tx1"/>
                </a:solidFill>
                <a:latin typeface="Arial" panose="020B0604020202020204" pitchFamily="34" charset="0"/>
                <a:cs typeface="Arial" panose="020B0604020202020204" pitchFamily="34" charset="0"/>
              </a:rPr>
              <a:t> </a:t>
            </a:r>
            <a:r>
              <a:rPr lang="es-MX" sz="2400" dirty="0" smtClean="0">
                <a:solidFill>
                  <a:schemeClr val="tx1"/>
                </a:solidFill>
                <a:latin typeface="Arial" panose="020B0604020202020204" pitchFamily="34" charset="0"/>
                <a:cs typeface="Arial" panose="020B0604020202020204" pitchFamily="34" charset="0"/>
              </a:rPr>
              <a:t>en la época del clasicismo, así </a:t>
            </a:r>
            <a:r>
              <a:rPr lang="es-MX" sz="2400" dirty="0">
                <a:solidFill>
                  <a:schemeClr val="tx1"/>
                </a:solidFill>
                <a:latin typeface="Arial" panose="020B0604020202020204" pitchFamily="34" charset="0"/>
                <a:cs typeface="Arial" panose="020B0604020202020204" pitchFamily="34" charset="0"/>
              </a:rPr>
              <a:t>como la maravillosa genialidad de </a:t>
            </a:r>
            <a:r>
              <a:rPr lang="es-MX" sz="2400" dirty="0" smtClean="0">
                <a:solidFill>
                  <a:schemeClr val="tx1"/>
                </a:solidFill>
                <a:latin typeface="Arial" panose="020B0604020202020204" pitchFamily="34" charset="0"/>
                <a:cs typeface="Arial" panose="020B0604020202020204" pitchFamily="34" charset="0"/>
              </a:rPr>
              <a:t>sus compositores, quienes crearon música que trascendió el tiempo</a:t>
            </a:r>
            <a:r>
              <a:rPr lang="es-ES_tradnl" sz="2400" dirty="0" smtClean="0">
                <a:solidFill>
                  <a:schemeClr val="tx1"/>
                </a:solidFill>
              </a:rPr>
              <a:t>; i</a:t>
            </a:r>
            <a:r>
              <a:rPr lang="es-MX" sz="2400" dirty="0" smtClean="0">
                <a:solidFill>
                  <a:schemeClr val="tx1"/>
                </a:solidFill>
                <a:latin typeface="Arial" panose="020B0604020202020204" pitchFamily="34" charset="0"/>
                <a:cs typeface="Arial" panose="020B0604020202020204" pitchFamily="34" charset="0"/>
              </a:rPr>
              <a:t>dentificar el </a:t>
            </a:r>
            <a:r>
              <a:rPr lang="es-MX" sz="2400" dirty="0">
                <a:solidFill>
                  <a:schemeClr val="tx1"/>
                </a:solidFill>
                <a:latin typeface="Arial" panose="020B0604020202020204" pitchFamily="34" charset="0"/>
                <a:cs typeface="Arial" panose="020B0604020202020204" pitchFamily="34" charset="0"/>
              </a:rPr>
              <a:t>periodo musical al que pertenecen cada </a:t>
            </a:r>
            <a:r>
              <a:rPr lang="es-MX" sz="2400" dirty="0" smtClean="0">
                <a:solidFill>
                  <a:schemeClr val="tx1"/>
                </a:solidFill>
                <a:latin typeface="Arial" panose="020B0604020202020204" pitchFamily="34" charset="0"/>
                <a:cs typeface="Arial" panose="020B0604020202020204" pitchFamily="34" charset="0"/>
              </a:rPr>
              <a:t>una </a:t>
            </a:r>
            <a:r>
              <a:rPr lang="es-MX" sz="2400" dirty="0">
                <a:solidFill>
                  <a:schemeClr val="tx1"/>
                </a:solidFill>
                <a:latin typeface="Arial" panose="020B0604020202020204" pitchFamily="34" charset="0"/>
                <a:cs typeface="Arial" panose="020B0604020202020204" pitchFamily="34" charset="0"/>
              </a:rPr>
              <a:t>de </a:t>
            </a:r>
            <a:r>
              <a:rPr lang="es-MX" sz="2400" dirty="0" smtClean="0">
                <a:solidFill>
                  <a:schemeClr val="tx1"/>
                </a:solidFill>
                <a:latin typeface="Arial" panose="020B0604020202020204" pitchFamily="34" charset="0"/>
                <a:cs typeface="Arial" panose="020B0604020202020204" pitchFamily="34" charset="0"/>
              </a:rPr>
              <a:t>estas obras que </a:t>
            </a:r>
            <a:r>
              <a:rPr lang="es-MX" sz="2400" dirty="0">
                <a:solidFill>
                  <a:schemeClr val="tx1"/>
                </a:solidFill>
                <a:latin typeface="Arial" panose="020B0604020202020204" pitchFamily="34" charset="0"/>
                <a:cs typeface="Arial" panose="020B0604020202020204" pitchFamily="34" charset="0"/>
              </a:rPr>
              <a:t>escuchamos </a:t>
            </a:r>
            <a:r>
              <a:rPr lang="es-MX" sz="2400" dirty="0" smtClean="0">
                <a:solidFill>
                  <a:schemeClr val="tx1"/>
                </a:solidFill>
                <a:latin typeface="Arial" panose="020B0604020202020204" pitchFamily="34" charset="0"/>
                <a:cs typeface="Arial" panose="020B0604020202020204" pitchFamily="34" charset="0"/>
              </a:rPr>
              <a:t>frecuentemente, además de conocer </a:t>
            </a:r>
            <a:r>
              <a:rPr lang="es-MX" sz="2400" dirty="0">
                <a:solidFill>
                  <a:schemeClr val="tx1"/>
                </a:solidFill>
                <a:latin typeface="Arial" panose="020B0604020202020204" pitchFamily="34" charset="0"/>
                <a:cs typeface="Arial" panose="020B0604020202020204" pitchFamily="34" charset="0"/>
              </a:rPr>
              <a:t>algunas de </a:t>
            </a:r>
            <a:r>
              <a:rPr lang="es-MX" sz="2400" dirty="0" smtClean="0">
                <a:solidFill>
                  <a:schemeClr val="tx1"/>
                </a:solidFill>
                <a:latin typeface="Arial" panose="020B0604020202020204" pitchFamily="34" charset="0"/>
                <a:cs typeface="Arial" panose="020B0604020202020204" pitchFamily="34" charset="0"/>
              </a:rPr>
              <a:t>sus car</a:t>
            </a:r>
            <a:r>
              <a:rPr lang="cs-CZ" sz="2400" dirty="0" smtClean="0">
                <a:solidFill>
                  <a:schemeClr val="tx1"/>
                </a:solidFill>
                <a:latin typeface="Arial" panose="020B0604020202020204" pitchFamily="34" charset="0"/>
                <a:cs typeface="Arial" panose="020B0604020202020204" pitchFamily="34" charset="0"/>
              </a:rPr>
              <a:t>á</a:t>
            </a:r>
            <a:r>
              <a:rPr lang="es-MX" sz="2400" dirty="0" smtClean="0">
                <a:solidFill>
                  <a:schemeClr val="tx1"/>
                </a:solidFill>
                <a:latin typeface="Arial" panose="020B0604020202020204" pitchFamily="34" charset="0"/>
                <a:cs typeface="Arial" panose="020B0604020202020204" pitchFamily="34" charset="0"/>
              </a:rPr>
              <a:t>cterísticas.</a:t>
            </a:r>
            <a:endParaRPr lang="es-MX" sz="2400" dirty="0">
              <a:solidFill>
                <a:schemeClr val="tx1"/>
              </a:solidFill>
              <a:latin typeface="Arial" panose="020B0604020202020204" pitchFamily="34" charset="0"/>
              <a:cs typeface="Arial" panose="020B0604020202020204" pitchFamily="34" charset="0"/>
            </a:endParaRPr>
          </a:p>
          <a:p>
            <a:pPr algn="just"/>
            <a:endParaRPr lang="es-MX" sz="2000" b="1" dirty="0">
              <a:latin typeface="Arial" panose="020B0604020202020204" pitchFamily="34" charset="0"/>
              <a:cs typeface="Arial" panose="020B0604020202020204" pitchFamily="34" charset="0"/>
            </a:endParaRPr>
          </a:p>
          <a:p>
            <a:pPr algn="just"/>
            <a:r>
              <a:rPr lang="es-MX" sz="2400" b="1" dirty="0">
                <a:latin typeface="Arial" panose="020B0604020202020204" pitchFamily="34" charset="0"/>
                <a:cs typeface="Arial" panose="020B0604020202020204" pitchFamily="34" charset="0"/>
              </a:rPr>
              <a:t> </a:t>
            </a:r>
          </a:p>
          <a:p>
            <a:pPr algn="just"/>
            <a:endParaRPr lang="es-MX" sz="2000" b="1" dirty="0">
              <a:latin typeface="Arial" panose="020B0604020202020204" pitchFamily="34" charset="0"/>
              <a:cs typeface="Arial" panose="020B0604020202020204" pitchFamily="34" charset="0"/>
            </a:endParaRPr>
          </a:p>
        </p:txBody>
      </p:sp>
      <p:sp>
        <p:nvSpPr>
          <p:cNvPr id="10" name="Rectángulo 9"/>
          <p:cNvSpPr/>
          <p:nvPr/>
        </p:nvSpPr>
        <p:spPr>
          <a:xfrm>
            <a:off x="1678131" y="3369545"/>
            <a:ext cx="15525751" cy="5901939"/>
          </a:xfrm>
          <a:prstGeom prst="rect">
            <a:avLst/>
          </a:prstGeom>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s-MX"/>
          </a:p>
        </p:txBody>
      </p:sp>
      <p:sp>
        <p:nvSpPr>
          <p:cNvPr id="15" name="Rectángulo 14"/>
          <p:cNvSpPr/>
          <p:nvPr/>
        </p:nvSpPr>
        <p:spPr>
          <a:xfrm>
            <a:off x="1678131" y="9288398"/>
            <a:ext cx="15525751" cy="5901939"/>
          </a:xfrm>
          <a:prstGeom prst="rect">
            <a:avLst/>
          </a:prstGeom>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s-MX"/>
          </a:p>
        </p:txBody>
      </p:sp>
      <p:sp>
        <p:nvSpPr>
          <p:cNvPr id="12" name="Rectángulo 11"/>
          <p:cNvSpPr/>
          <p:nvPr/>
        </p:nvSpPr>
        <p:spPr>
          <a:xfrm>
            <a:off x="6460670" y="401661"/>
            <a:ext cx="6166757" cy="45321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s-MX" sz="2000" b="1" dirty="0">
                <a:solidFill>
                  <a:schemeClr val="bg1">
                    <a:lumMod val="65000"/>
                  </a:schemeClr>
                </a:solidFill>
                <a:latin typeface="Arial" panose="020B0604020202020204" pitchFamily="34" charset="0"/>
                <a:cs typeface="Arial" panose="020B0604020202020204" pitchFamily="34" charset="0"/>
              </a:rPr>
              <a:t>Desarrollo de la Experiencia Educativa</a:t>
            </a:r>
            <a:endParaRPr lang="es-MX" sz="1200" b="1" dirty="0">
              <a:solidFill>
                <a:schemeClr val="bg1">
                  <a:lumMod val="65000"/>
                </a:schemeClr>
              </a:solidFill>
              <a:latin typeface="Arial" panose="020B0604020202020204" pitchFamily="34" charset="0"/>
              <a:cs typeface="Arial" panose="020B0604020202020204" pitchFamily="34" charset="0"/>
            </a:endParaRPr>
          </a:p>
        </p:txBody>
      </p:sp>
      <p:sp>
        <p:nvSpPr>
          <p:cNvPr id="13" name="Rectángulo 12">
            <a:extLst>
              <a:ext uri="{FF2B5EF4-FFF2-40B4-BE49-F238E27FC236}">
                <a16:creationId xmlns:a16="http://schemas.microsoft.com/office/drawing/2014/main" xmlns="" id="{91AAB860-2F63-4FC9-90B2-6DA90FBDE33C}"/>
              </a:ext>
            </a:extLst>
          </p:cNvPr>
          <p:cNvSpPr/>
          <p:nvPr/>
        </p:nvSpPr>
        <p:spPr>
          <a:xfrm>
            <a:off x="11136659" y="4154869"/>
            <a:ext cx="5368755" cy="39453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sz="2800" dirty="0">
                <a:highlight>
                  <a:srgbClr val="00FF00"/>
                </a:highlight>
                <a:latin typeface="Arial" panose="020B0604020202020204" pitchFamily="34" charset="0"/>
                <a:cs typeface="Arial" panose="020B0604020202020204" pitchFamily="34" charset="0"/>
              </a:rPr>
              <a:t>Imagen</a:t>
            </a:r>
          </a:p>
        </p:txBody>
      </p:sp>
      <p:sp>
        <p:nvSpPr>
          <p:cNvPr id="14" name="Rectángulo 13">
            <a:extLst>
              <a:ext uri="{FF2B5EF4-FFF2-40B4-BE49-F238E27FC236}">
                <a16:creationId xmlns:a16="http://schemas.microsoft.com/office/drawing/2014/main" xmlns="" id="{9F7788D3-B5D1-4145-9B15-7B951AE7E141}"/>
              </a:ext>
            </a:extLst>
          </p:cNvPr>
          <p:cNvSpPr/>
          <p:nvPr/>
        </p:nvSpPr>
        <p:spPr>
          <a:xfrm>
            <a:off x="3067079" y="10138097"/>
            <a:ext cx="5368755" cy="39453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sz="2800" dirty="0">
                <a:highlight>
                  <a:srgbClr val="00FF00"/>
                </a:highlight>
                <a:latin typeface="Arial" panose="020B0604020202020204" pitchFamily="34" charset="0"/>
                <a:cs typeface="Arial" panose="020B0604020202020204" pitchFamily="34" charset="0"/>
              </a:rPr>
              <a:t>Imagen</a:t>
            </a:r>
          </a:p>
        </p:txBody>
      </p:sp>
      <p:sp>
        <p:nvSpPr>
          <p:cNvPr id="16" name="CuadroTexto 15"/>
          <p:cNvSpPr txBox="1"/>
          <p:nvPr/>
        </p:nvSpPr>
        <p:spPr>
          <a:xfrm>
            <a:off x="1766064" y="2519906"/>
            <a:ext cx="10347158" cy="673813"/>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defPPr>
              <a:defRPr lang="es-MX"/>
            </a:defPPr>
            <a:lvl1pPr algn="ctr"/>
          </a:lstStyle>
          <a:p>
            <a:r>
              <a:rPr lang="es-ES" sz="2400" dirty="0">
                <a:solidFill>
                  <a:schemeClr val="tx1"/>
                </a:solidFill>
              </a:rPr>
              <a:t>Para conocer toda la información, haga clic en la flecha de la derecha. </a:t>
            </a:r>
            <a:endParaRPr lang="es-ES_tradnl" sz="2400" dirty="0">
              <a:solidFill>
                <a:schemeClr val="tx1"/>
              </a:solidFill>
            </a:endParaRPr>
          </a:p>
        </p:txBody>
      </p:sp>
      <p:pic>
        <p:nvPicPr>
          <p:cNvPr id="17" name="Imagen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8131" y="2279629"/>
            <a:ext cx="796250" cy="796250"/>
          </a:xfrm>
          <a:prstGeom prst="rect">
            <a:avLst/>
          </a:prstGeom>
        </p:spPr>
      </p:pic>
      <p:sp>
        <p:nvSpPr>
          <p:cNvPr id="18" name="Rectángulo 17"/>
          <p:cNvSpPr/>
          <p:nvPr/>
        </p:nvSpPr>
        <p:spPr>
          <a:xfrm>
            <a:off x="16241947" y="1745536"/>
            <a:ext cx="5059680" cy="144818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smtClean="0">
                <a:solidFill>
                  <a:schemeClr val="bg1"/>
                </a:solidFill>
              </a:rPr>
              <a:t>Aurelio, </a:t>
            </a:r>
            <a:r>
              <a:rPr lang="es-MX" dirty="0" smtClean="0">
                <a:solidFill>
                  <a:schemeClr val="bg1"/>
                </a:solidFill>
              </a:rPr>
              <a:t>optimizar imágenes y subirlas a la nube.</a:t>
            </a:r>
            <a:endParaRPr lang="es-MX" dirty="0">
              <a:solidFill>
                <a:schemeClr val="bg1"/>
              </a:solidFill>
            </a:endParaRPr>
          </a:p>
        </p:txBody>
      </p:sp>
    </p:spTree>
    <p:extLst>
      <p:ext uri="{BB962C8B-B14F-4D97-AF65-F5344CB8AC3E}">
        <p14:creationId xmlns:p14="http://schemas.microsoft.com/office/powerpoint/2010/main" val="824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969541" y="633883"/>
            <a:ext cx="11866369" cy="9813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sz="2800" b="1" dirty="0">
                <a:latin typeface="Arial" panose="020B0604020202020204" pitchFamily="34" charset="0"/>
                <a:cs typeface="Arial" panose="020B0604020202020204" pitchFamily="34" charset="0"/>
              </a:rPr>
              <a:t>Módulo 2: Música de 1750 a la época impresionista</a:t>
            </a:r>
          </a:p>
        </p:txBody>
      </p:sp>
      <p:sp>
        <p:nvSpPr>
          <p:cNvPr id="3" name="Rectángulo 2"/>
          <p:cNvSpPr/>
          <p:nvPr/>
        </p:nvSpPr>
        <p:spPr>
          <a:xfrm>
            <a:off x="4549711" y="2715972"/>
            <a:ext cx="10352313" cy="499363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sz="2800" b="1" dirty="0">
                <a:latin typeface="Arial" panose="020B0604020202020204" pitchFamily="34" charset="0"/>
                <a:cs typeface="Arial" panose="020B0604020202020204" pitchFamily="34" charset="0"/>
              </a:rPr>
              <a:t>Contenido</a:t>
            </a:r>
          </a:p>
          <a:p>
            <a:pPr algn="ctr"/>
            <a:r>
              <a:rPr lang="es-MX" sz="2800" b="1" dirty="0">
                <a:solidFill>
                  <a:schemeClr val="bg1">
                    <a:lumMod val="50000"/>
                  </a:schemeClr>
                </a:solidFill>
                <a:latin typeface="Arial" panose="020B0604020202020204" pitchFamily="34" charset="0"/>
                <a:cs typeface="Arial" panose="020B0604020202020204" pitchFamily="34" charset="0"/>
              </a:rPr>
              <a:t>A partir de la diapositiva 3</a:t>
            </a:r>
            <a:endParaRPr lang="es-MX" sz="2800" b="1" dirty="0">
              <a:latin typeface="Arial" panose="020B0604020202020204" pitchFamily="34" charset="0"/>
              <a:cs typeface="Arial" panose="020B0604020202020204" pitchFamily="34" charset="0"/>
            </a:endParaRPr>
          </a:p>
          <a:p>
            <a:r>
              <a:rPr lang="es-MX" sz="2800" b="1" dirty="0">
                <a:latin typeface="Arial" panose="020B0604020202020204" pitchFamily="34" charset="0"/>
                <a:cs typeface="Arial" panose="020B0604020202020204" pitchFamily="34" charset="0"/>
              </a:rPr>
              <a:t>Temas</a:t>
            </a:r>
          </a:p>
          <a:p>
            <a:pPr algn="ctr"/>
            <a:endParaRPr lang="es-MX" sz="2800" dirty="0">
              <a:latin typeface="Arial" panose="020B0604020202020204" pitchFamily="34" charset="0"/>
              <a:cs typeface="Arial" panose="020B0604020202020204" pitchFamily="34" charset="0"/>
            </a:endParaRPr>
          </a:p>
          <a:p>
            <a:pPr algn="just"/>
            <a:r>
              <a:rPr lang="es-MX" sz="2800" dirty="0">
                <a:latin typeface="Arial" panose="020B0604020202020204" pitchFamily="34" charset="0"/>
                <a:cs typeface="Arial" panose="020B0604020202020204" pitchFamily="34" charset="0"/>
              </a:rPr>
              <a:t>2.1 Música clásica o del periodo musical clásico, </a:t>
            </a:r>
            <a:r>
              <a:rPr lang="es-MX" sz="2800" dirty="0" smtClean="0">
                <a:latin typeface="Arial" panose="020B0604020202020204" pitchFamily="34" charset="0"/>
                <a:cs typeface="Arial" panose="020B0604020202020204" pitchFamily="34" charset="0"/>
              </a:rPr>
              <a:t>1750-1820.</a:t>
            </a:r>
            <a:endParaRPr lang="es-MX" sz="2800" dirty="0">
              <a:latin typeface="Arial" panose="020B0604020202020204" pitchFamily="34" charset="0"/>
              <a:cs typeface="Arial" panose="020B0604020202020204" pitchFamily="34" charset="0"/>
            </a:endParaRPr>
          </a:p>
          <a:p>
            <a:pPr algn="just"/>
            <a:r>
              <a:rPr lang="es-MX" sz="2800" dirty="0">
                <a:latin typeface="Arial" panose="020B0604020202020204" pitchFamily="34" charset="0"/>
                <a:cs typeface="Arial" panose="020B0604020202020204" pitchFamily="34" charset="0"/>
              </a:rPr>
              <a:t>2.2 Música del </a:t>
            </a:r>
            <a:r>
              <a:rPr lang="es-MX" sz="2800" dirty="0" smtClean="0">
                <a:latin typeface="Arial" panose="020B0604020202020204" pitchFamily="34" charset="0"/>
                <a:cs typeface="Arial" panose="020B0604020202020204" pitchFamily="34" charset="0"/>
              </a:rPr>
              <a:t>romanticismo </a:t>
            </a:r>
            <a:r>
              <a:rPr lang="es-MX" sz="2800" dirty="0">
                <a:latin typeface="Arial" panose="020B0604020202020204" pitchFamily="34" charset="0"/>
                <a:cs typeface="Arial" panose="020B0604020202020204" pitchFamily="34" charset="0"/>
              </a:rPr>
              <a:t>o del periodo </a:t>
            </a:r>
            <a:r>
              <a:rPr lang="es-MX" sz="2800" dirty="0" smtClean="0">
                <a:latin typeface="Arial" panose="020B0604020202020204" pitchFamily="34" charset="0"/>
                <a:cs typeface="Arial" panose="020B0604020202020204" pitchFamily="34" charset="0"/>
              </a:rPr>
              <a:t>romántico, 1820-1900.</a:t>
            </a:r>
            <a:endParaRPr lang="es-MX" sz="2800" dirty="0">
              <a:latin typeface="Arial" panose="020B0604020202020204" pitchFamily="34" charset="0"/>
              <a:cs typeface="Arial" panose="020B0604020202020204" pitchFamily="34" charset="0"/>
            </a:endParaRPr>
          </a:p>
          <a:p>
            <a:pPr algn="just"/>
            <a:r>
              <a:rPr lang="es-MX" sz="2800" dirty="0">
                <a:latin typeface="Arial" panose="020B0604020202020204" pitchFamily="34" charset="0"/>
                <a:cs typeface="Arial" panose="020B0604020202020204" pitchFamily="34" charset="0"/>
              </a:rPr>
              <a:t>2.3 Música del i</a:t>
            </a:r>
            <a:r>
              <a:rPr lang="es-MX" sz="2800" dirty="0" smtClean="0">
                <a:latin typeface="Arial" panose="020B0604020202020204" pitchFamily="34" charset="0"/>
                <a:cs typeface="Arial" panose="020B0604020202020204" pitchFamily="34" charset="0"/>
              </a:rPr>
              <a:t>mpresionismo </a:t>
            </a:r>
            <a:r>
              <a:rPr lang="es-MX" sz="2800" dirty="0">
                <a:latin typeface="Arial" panose="020B0604020202020204" pitchFamily="34" charset="0"/>
                <a:cs typeface="Arial" panose="020B0604020202020204" pitchFamily="34" charset="0"/>
              </a:rPr>
              <a:t>o estilo </a:t>
            </a:r>
            <a:r>
              <a:rPr lang="es-MX" sz="2800" dirty="0" smtClean="0">
                <a:latin typeface="Arial" panose="020B0604020202020204" pitchFamily="34" charset="0"/>
                <a:cs typeface="Arial" panose="020B0604020202020204" pitchFamily="34" charset="0"/>
              </a:rPr>
              <a:t>impresionista.</a:t>
            </a:r>
            <a:endParaRPr lang="es-MX" sz="2800" dirty="0">
              <a:latin typeface="Arial" panose="020B0604020202020204" pitchFamily="34" charset="0"/>
              <a:cs typeface="Arial" panose="020B0604020202020204" pitchFamily="34" charset="0"/>
            </a:endParaRPr>
          </a:p>
          <a:p>
            <a:endParaRPr lang="es-MX" sz="2800" dirty="0">
              <a:latin typeface="Arial" panose="020B0604020202020204" pitchFamily="34" charset="0"/>
              <a:cs typeface="Arial" panose="020B0604020202020204" pitchFamily="34" charset="0"/>
            </a:endParaRPr>
          </a:p>
        </p:txBody>
      </p:sp>
      <p:sp>
        <p:nvSpPr>
          <p:cNvPr id="4" name="Rectángulo 3"/>
          <p:cNvSpPr/>
          <p:nvPr/>
        </p:nvSpPr>
        <p:spPr>
          <a:xfrm>
            <a:off x="6433674" y="11933954"/>
            <a:ext cx="6514784" cy="240522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endParaRPr lang="es-MX" sz="2400" b="1" dirty="0">
              <a:latin typeface="Arial" panose="020B0604020202020204" pitchFamily="34" charset="0"/>
              <a:cs typeface="Arial" panose="020B0604020202020204" pitchFamily="34" charset="0"/>
            </a:endParaRPr>
          </a:p>
          <a:p>
            <a:pPr algn="just"/>
            <a:endParaRPr lang="es-MX" sz="2400" b="1" dirty="0">
              <a:latin typeface="Arial" panose="020B0604020202020204" pitchFamily="34" charset="0"/>
              <a:cs typeface="Arial" panose="020B0604020202020204" pitchFamily="34" charset="0"/>
            </a:endParaRPr>
          </a:p>
          <a:p>
            <a:pPr algn="ctr"/>
            <a:r>
              <a:rPr lang="es-MX" sz="2800" b="1" dirty="0">
                <a:latin typeface="Arial" panose="020B0604020202020204" pitchFamily="34" charset="0"/>
                <a:cs typeface="Arial" panose="020B0604020202020204" pitchFamily="34" charset="0"/>
              </a:rPr>
              <a:t>Fuentes de información</a:t>
            </a:r>
          </a:p>
          <a:p>
            <a:pPr algn="ctr"/>
            <a:r>
              <a:rPr lang="es-MX" sz="2800" b="1" dirty="0">
                <a:solidFill>
                  <a:schemeClr val="bg1">
                    <a:lumMod val="50000"/>
                  </a:schemeClr>
                </a:solidFill>
                <a:latin typeface="Arial" panose="020B0604020202020204" pitchFamily="34" charset="0"/>
                <a:cs typeface="Arial" panose="020B0604020202020204" pitchFamily="34" charset="0"/>
              </a:rPr>
              <a:t>Diapositiva 11</a:t>
            </a:r>
            <a:endParaRPr lang="es-MX" sz="2800" b="1"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p:txBody>
      </p:sp>
      <p:sp>
        <p:nvSpPr>
          <p:cNvPr id="7" name="Rectángulo 6"/>
          <p:cNvSpPr/>
          <p:nvPr/>
        </p:nvSpPr>
        <p:spPr>
          <a:xfrm>
            <a:off x="6433674" y="8810305"/>
            <a:ext cx="6584388" cy="25438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sz="3200" b="1" dirty="0">
                <a:latin typeface="Arial" panose="020B0604020202020204" pitchFamily="34" charset="0"/>
                <a:cs typeface="Arial" panose="020B0604020202020204" pitchFamily="34" charset="0"/>
              </a:rPr>
              <a:t>Evidencias de desempeño</a:t>
            </a:r>
          </a:p>
          <a:p>
            <a:pPr algn="ctr"/>
            <a:r>
              <a:rPr lang="es-MX" sz="3200" b="1" dirty="0">
                <a:solidFill>
                  <a:schemeClr val="bg1">
                    <a:lumMod val="50000"/>
                  </a:schemeClr>
                </a:solidFill>
                <a:latin typeface="Arial" panose="020B0604020202020204" pitchFamily="34" charset="0"/>
                <a:cs typeface="Arial" panose="020B0604020202020204" pitchFamily="34" charset="0"/>
              </a:rPr>
              <a:t> a partir de la diapositiva 10</a:t>
            </a:r>
            <a:endParaRPr lang="es-MX" sz="3200" b="1" dirty="0">
              <a:latin typeface="Arial" panose="020B0604020202020204" pitchFamily="34" charset="0"/>
              <a:cs typeface="Arial" panose="020B0604020202020204" pitchFamily="34" charset="0"/>
            </a:endParaRPr>
          </a:p>
        </p:txBody>
      </p:sp>
      <p:sp>
        <p:nvSpPr>
          <p:cNvPr id="6" name="Rectángulo 5"/>
          <p:cNvSpPr/>
          <p:nvPr/>
        </p:nvSpPr>
        <p:spPr>
          <a:xfrm>
            <a:off x="6642488" y="1741903"/>
            <a:ext cx="6166757" cy="45321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s-MX" sz="2000" b="1" dirty="0">
                <a:solidFill>
                  <a:schemeClr val="bg1">
                    <a:lumMod val="65000"/>
                  </a:schemeClr>
                </a:solidFill>
                <a:latin typeface="Arial" panose="020B0604020202020204" pitchFamily="34" charset="0"/>
                <a:cs typeface="Arial" panose="020B0604020202020204" pitchFamily="34" charset="0"/>
              </a:rPr>
              <a:t>Desarrollo de la Experiencia Educativa</a:t>
            </a:r>
            <a:endParaRPr lang="es-MX" sz="1200" b="1"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7097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149668" y="2578420"/>
            <a:ext cx="18394680" cy="1123016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MX" sz="2400" dirty="0">
              <a:latin typeface="Arial" panose="020B0604020202020204" pitchFamily="34" charset="0"/>
              <a:cs typeface="Arial" panose="020B0604020202020204" pitchFamily="34" charset="0"/>
            </a:endParaRPr>
          </a:p>
          <a:p>
            <a:pPr algn="just"/>
            <a:r>
              <a:rPr lang="es-MX" sz="2400" b="1" dirty="0">
                <a:latin typeface="Arial" panose="020B0604020202020204" pitchFamily="34" charset="0"/>
                <a:cs typeface="Arial" panose="020B0604020202020204" pitchFamily="34" charset="0"/>
              </a:rPr>
              <a:t>2.1 Música clásica o del periodo musical clásico, 1750-1820</a:t>
            </a:r>
          </a:p>
          <a:p>
            <a:endParaRPr lang="es-MX" sz="2400" b="1" dirty="0">
              <a:latin typeface="Arial" panose="020B0604020202020204" pitchFamily="34" charset="0"/>
              <a:cs typeface="Arial" panose="020B0604020202020204" pitchFamily="34" charset="0"/>
            </a:endParaRPr>
          </a:p>
          <a:p>
            <a:pPr algn="just"/>
            <a:r>
              <a:rPr lang="es-MX" sz="2400" dirty="0">
                <a:latin typeface="Arial" panose="020B0604020202020204" pitchFamily="34" charset="0"/>
                <a:cs typeface="Arial" panose="020B0604020202020204" pitchFamily="34" charset="0"/>
              </a:rPr>
              <a:t>En este </a:t>
            </a:r>
            <a:r>
              <a:rPr lang="es-MX" sz="2400" dirty="0">
                <a:solidFill>
                  <a:schemeClr val="tx1"/>
                </a:solidFill>
                <a:latin typeface="Arial" panose="020B0604020202020204" pitchFamily="34" charset="0"/>
                <a:cs typeface="Arial" panose="020B0604020202020204" pitchFamily="34" charset="0"/>
              </a:rPr>
              <a:t>módulo </a:t>
            </a:r>
            <a:r>
              <a:rPr lang="es-MX" sz="2400" dirty="0" smtClean="0">
                <a:solidFill>
                  <a:schemeClr val="tx1"/>
                </a:solidFill>
                <a:latin typeface="Arial" panose="020B0604020202020204" pitchFamily="34" charset="0"/>
                <a:cs typeface="Arial" panose="020B0604020202020204" pitchFamily="34" charset="0"/>
              </a:rPr>
              <a:t>podrá </a:t>
            </a:r>
            <a:r>
              <a:rPr lang="es-MX" sz="2400" dirty="0">
                <a:solidFill>
                  <a:schemeClr val="tx1"/>
                </a:solidFill>
                <a:latin typeface="Arial" panose="020B0604020202020204" pitchFamily="34" charset="0"/>
                <a:cs typeface="Arial" panose="020B0604020202020204" pitchFamily="34" charset="0"/>
              </a:rPr>
              <a:t>diferenciar la práctica de los compositores del </a:t>
            </a:r>
            <a:r>
              <a:rPr lang="es-MX" sz="2400" dirty="0" smtClean="0">
                <a:solidFill>
                  <a:schemeClr val="tx1"/>
                </a:solidFill>
                <a:latin typeface="Arial" panose="020B0604020202020204" pitchFamily="34" charset="0"/>
                <a:cs typeface="Arial" panose="020B0604020202020204" pitchFamily="34" charset="0"/>
              </a:rPr>
              <a:t>periodo barroco, </a:t>
            </a:r>
            <a:r>
              <a:rPr lang="es-MX" sz="2400" dirty="0">
                <a:solidFill>
                  <a:schemeClr val="tx1"/>
                </a:solidFill>
                <a:latin typeface="Arial" panose="020B0604020202020204" pitchFamily="34" charset="0"/>
                <a:cs typeface="Arial" panose="020B0604020202020204" pitchFamily="34" charset="0"/>
              </a:rPr>
              <a:t>de la práctica de los compositores del periodo </a:t>
            </a:r>
            <a:r>
              <a:rPr lang="es-MX" sz="2400" dirty="0" smtClean="0">
                <a:solidFill>
                  <a:schemeClr val="tx1"/>
                </a:solidFill>
                <a:latin typeface="Arial" panose="020B0604020202020204" pitchFamily="34" charset="0"/>
                <a:cs typeface="Arial" panose="020B0604020202020204" pitchFamily="34" charset="0"/>
              </a:rPr>
              <a:t>clásico</a:t>
            </a:r>
            <a:r>
              <a:rPr lang="es-ES_tradnl" sz="2400" dirty="0">
                <a:solidFill>
                  <a:schemeClr val="tx1"/>
                </a:solidFill>
              </a:rPr>
              <a:t>; </a:t>
            </a:r>
            <a:r>
              <a:rPr lang="es-MX" sz="2400" dirty="0" smtClean="0">
                <a:solidFill>
                  <a:schemeClr val="tx1"/>
                </a:solidFill>
                <a:latin typeface="Arial" panose="020B0604020202020204" pitchFamily="34" charset="0"/>
                <a:cs typeface="Arial" panose="020B0604020202020204" pitchFamily="34" charset="0"/>
              </a:rPr>
              <a:t> adem</a:t>
            </a:r>
            <a:r>
              <a:rPr lang="es-ES" sz="2400" dirty="0" err="1" smtClean="0">
                <a:solidFill>
                  <a:schemeClr val="tx1"/>
                </a:solidFill>
                <a:latin typeface="Arial" panose="020B0604020202020204" pitchFamily="34" charset="0"/>
                <a:cs typeface="Arial" panose="020B0604020202020204" pitchFamily="34" charset="0"/>
              </a:rPr>
              <a:t>ás</a:t>
            </a:r>
            <a:r>
              <a:rPr lang="es-ES" sz="2400" dirty="0" smtClean="0">
                <a:solidFill>
                  <a:schemeClr val="tx1"/>
                </a:solidFill>
                <a:latin typeface="Arial" panose="020B0604020202020204" pitchFamily="34" charset="0"/>
                <a:cs typeface="Arial" panose="020B0604020202020204" pitchFamily="34" charset="0"/>
              </a:rPr>
              <a:t> de</a:t>
            </a:r>
            <a:r>
              <a:rPr lang="es-MX" sz="2400" dirty="0" smtClean="0">
                <a:solidFill>
                  <a:schemeClr val="tx1"/>
                </a:solidFill>
                <a:latin typeface="Arial" panose="020B0604020202020204" pitchFamily="34" charset="0"/>
                <a:cs typeface="Arial" panose="020B0604020202020204" pitchFamily="34" charset="0"/>
              </a:rPr>
              <a:t> </a:t>
            </a:r>
            <a:r>
              <a:rPr lang="es-MX" sz="2400" dirty="0">
                <a:solidFill>
                  <a:schemeClr val="tx1"/>
                </a:solidFill>
                <a:latin typeface="Arial" panose="020B0604020202020204" pitchFamily="34" charset="0"/>
                <a:cs typeface="Arial" panose="020B0604020202020204" pitchFamily="34" charset="0"/>
              </a:rPr>
              <a:t>identificar a los principales </a:t>
            </a:r>
            <a:r>
              <a:rPr lang="es-MX" sz="2400" dirty="0" smtClean="0">
                <a:solidFill>
                  <a:schemeClr val="tx1"/>
                </a:solidFill>
                <a:latin typeface="Arial" panose="020B0604020202020204" pitchFamily="34" charset="0"/>
                <a:cs typeface="Arial" panose="020B0604020202020204" pitchFamily="34" charset="0"/>
              </a:rPr>
              <a:t>compositores, tales </a:t>
            </a:r>
            <a:r>
              <a:rPr lang="es-MX" sz="2400" dirty="0">
                <a:solidFill>
                  <a:schemeClr val="tx1"/>
                </a:solidFill>
                <a:latin typeface="Arial" panose="020B0604020202020204" pitchFamily="34" charset="0"/>
                <a:cs typeface="Arial" panose="020B0604020202020204" pitchFamily="34" charset="0"/>
              </a:rPr>
              <a:t>como Mozart y Beethoven, así como el contexto en que se desarrollaron los nuevos estilos </a:t>
            </a:r>
            <a:r>
              <a:rPr lang="es-MX" sz="2400" dirty="0">
                <a:latin typeface="Arial" panose="020B0604020202020204" pitchFamily="34" charset="0"/>
                <a:cs typeface="Arial" panose="020B0604020202020204" pitchFamily="34" charset="0"/>
              </a:rPr>
              <a:t>y géneros de composición</a:t>
            </a:r>
            <a:r>
              <a:rPr lang="es-MX" sz="1800" dirty="0">
                <a:effectLst/>
                <a:latin typeface="Calibri Light" panose="020F0302020204030204" pitchFamily="34" charset="0"/>
                <a:ea typeface="Arial" panose="020B0604020202020204" pitchFamily="34" charset="0"/>
              </a:rPr>
              <a:t>.</a:t>
            </a:r>
          </a:p>
          <a:p>
            <a:pPr algn="just"/>
            <a:endParaRPr lang="es-MX" sz="1800" dirty="0">
              <a:latin typeface="Calibri Light" panose="020F0302020204030204" pitchFamily="34" charset="0"/>
              <a:ea typeface="Arial" panose="020B0604020202020204" pitchFamily="34" charset="0"/>
            </a:endParaRPr>
          </a:p>
          <a:p>
            <a:pPr algn="just"/>
            <a:endParaRPr lang="es-MX" sz="1800" dirty="0">
              <a:effectLst/>
              <a:latin typeface="Calibri Light" panose="020F0302020204030204" pitchFamily="34" charset="0"/>
              <a:ea typeface="Arial" panose="020B0604020202020204" pitchFamily="34" charset="0"/>
            </a:endParaRPr>
          </a:p>
          <a:p>
            <a:pPr algn="just"/>
            <a:endParaRPr lang="es-MX" sz="1800" dirty="0">
              <a:latin typeface="Calibri Light" panose="020F0302020204030204" pitchFamily="34" charset="0"/>
              <a:ea typeface="Arial" panose="020B0604020202020204" pitchFamily="34" charset="0"/>
            </a:endParaRPr>
          </a:p>
          <a:p>
            <a:pPr algn="just"/>
            <a:endParaRPr lang="es-MX" sz="1800" dirty="0">
              <a:effectLst/>
              <a:latin typeface="Calibri Light" panose="020F0302020204030204" pitchFamily="34" charset="0"/>
              <a:ea typeface="Arial" panose="020B0604020202020204" pitchFamily="34" charset="0"/>
            </a:endParaRPr>
          </a:p>
          <a:p>
            <a:pPr algn="just"/>
            <a:endParaRPr lang="es-MX" sz="1800" dirty="0">
              <a:effectLst/>
              <a:latin typeface="Calibri Light" panose="020F0302020204030204" pitchFamily="34" charset="0"/>
              <a:ea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endParaRPr lang="es-MX" sz="2400" b="1" dirty="0">
              <a:latin typeface="Arial" panose="020B0604020202020204" pitchFamily="34" charset="0"/>
              <a:cs typeface="Arial" panose="020B0604020202020204" pitchFamily="34" charset="0"/>
            </a:endParaRPr>
          </a:p>
        </p:txBody>
      </p:sp>
      <p:sp>
        <p:nvSpPr>
          <p:cNvPr id="19" name="Rectángulo 18"/>
          <p:cNvSpPr/>
          <p:nvPr/>
        </p:nvSpPr>
        <p:spPr>
          <a:xfrm>
            <a:off x="-396391" y="0"/>
            <a:ext cx="6166757" cy="45321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s-MX" sz="2000" b="1" dirty="0">
                <a:solidFill>
                  <a:schemeClr val="bg1">
                    <a:lumMod val="65000"/>
                  </a:schemeClr>
                </a:solidFill>
                <a:latin typeface="Arial" panose="020B0604020202020204" pitchFamily="34" charset="0"/>
                <a:cs typeface="Arial" panose="020B0604020202020204" pitchFamily="34" charset="0"/>
              </a:rPr>
              <a:t>Desarrollo de la Experiencia Educativa</a:t>
            </a:r>
            <a:endParaRPr lang="es-MX" sz="1200" b="1" dirty="0">
              <a:solidFill>
                <a:schemeClr val="bg1">
                  <a:lumMod val="65000"/>
                </a:schemeClr>
              </a:solidFill>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xmlns="" id="{9E199A59-4A4F-42FF-8651-E314AEC25C3D}"/>
              </a:ext>
            </a:extLst>
          </p:cNvPr>
          <p:cNvSpPr/>
          <p:nvPr/>
        </p:nvSpPr>
        <p:spPr>
          <a:xfrm>
            <a:off x="1644016" y="5596515"/>
            <a:ext cx="16062960" cy="5193974"/>
          </a:xfrm>
          <a:prstGeom prst="rect">
            <a:avLst/>
          </a:prstGeom>
          <a:solidFill>
            <a:srgbClr val="7D7D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4" name="Imagen 3" descr="Foto montaje de la cara de un hombre&#10;&#10;Descripción generada automáticamente con confianza media">
            <a:extLst>
              <a:ext uri="{FF2B5EF4-FFF2-40B4-BE49-F238E27FC236}">
                <a16:creationId xmlns:a16="http://schemas.microsoft.com/office/drawing/2014/main" xmlns="" id="{9476072A-BB2A-498D-97F6-66F9E9B1A59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944654" y="5596515"/>
            <a:ext cx="4379635" cy="5193974"/>
          </a:xfrm>
          <a:prstGeom prst="rect">
            <a:avLst/>
          </a:prstGeom>
        </p:spPr>
      </p:pic>
      <p:pic>
        <p:nvPicPr>
          <p:cNvPr id="5" name="Imagen 4" descr="Imagen que contiene persona, hombre, sostener, vistiendo&#10;&#10;Descripción generada automáticamente">
            <a:extLst>
              <a:ext uri="{FF2B5EF4-FFF2-40B4-BE49-F238E27FC236}">
                <a16:creationId xmlns:a16="http://schemas.microsoft.com/office/drawing/2014/main" xmlns="" id="{0BBF1C9B-9623-48EE-8C6F-50F29537C78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4324289" y="5596515"/>
            <a:ext cx="4379635" cy="5193973"/>
          </a:xfrm>
          <a:prstGeom prst="rect">
            <a:avLst/>
          </a:prstGeom>
        </p:spPr>
      </p:pic>
      <p:sp>
        <p:nvSpPr>
          <p:cNvPr id="11" name="CuadroTexto 10">
            <a:extLst>
              <a:ext uri="{FF2B5EF4-FFF2-40B4-BE49-F238E27FC236}">
                <a16:creationId xmlns:a16="http://schemas.microsoft.com/office/drawing/2014/main" xmlns="" id="{D9F15435-CB4B-4152-9D7C-55304AF74281}"/>
              </a:ext>
            </a:extLst>
          </p:cNvPr>
          <p:cNvSpPr txBox="1"/>
          <p:nvPr/>
        </p:nvSpPr>
        <p:spPr>
          <a:xfrm>
            <a:off x="2150746" y="6522119"/>
            <a:ext cx="7524750" cy="3416320"/>
          </a:xfrm>
          <a:prstGeom prst="rect">
            <a:avLst/>
          </a:prstGeom>
          <a:noFill/>
        </p:spPr>
        <p:txBody>
          <a:bodyPr wrap="square">
            <a:spAutoFit/>
          </a:bodyPr>
          <a:lstStyle/>
          <a:p>
            <a:pPr algn="just"/>
            <a:r>
              <a:rPr lang="es-MX" sz="2400" dirty="0" smtClean="0">
                <a:latin typeface="Arial" panose="020B0604020202020204" pitchFamily="34" charset="0"/>
                <a:cs typeface="Arial" panose="020B0604020202020204" pitchFamily="34" charset="0"/>
              </a:rPr>
              <a:t>En </a:t>
            </a:r>
            <a:r>
              <a:rPr lang="es-MX" sz="2400" dirty="0">
                <a:latin typeface="Arial" panose="020B0604020202020204" pitchFamily="34" charset="0"/>
                <a:cs typeface="Arial" panose="020B0604020202020204" pitchFamily="34" charset="0"/>
              </a:rPr>
              <a:t>la música del periodo clásico </a:t>
            </a:r>
            <a:r>
              <a:rPr lang="es-MX" sz="2400" dirty="0" smtClean="0">
                <a:latin typeface="Arial" panose="020B0604020202020204" pitchFamily="34" charset="0"/>
                <a:cs typeface="Arial" panose="020B0604020202020204" pitchFamily="34" charset="0"/>
              </a:rPr>
              <a:t>se pueden encontrar diversos géneros interpretados por una </a:t>
            </a:r>
            <a:r>
              <a:rPr lang="es-MX" sz="2400" dirty="0">
                <a:latin typeface="Arial" panose="020B0604020202020204" pitchFamily="34" charset="0"/>
                <a:cs typeface="Arial" panose="020B0604020202020204" pitchFamily="34" charset="0"/>
              </a:rPr>
              <a:t>orquesta </a:t>
            </a:r>
            <a:r>
              <a:rPr lang="es-MX" sz="2400" dirty="0" smtClean="0">
                <a:latin typeface="Arial" panose="020B0604020202020204" pitchFamily="34" charset="0"/>
                <a:cs typeface="Arial" panose="020B0604020202020204" pitchFamily="34" charset="0"/>
              </a:rPr>
              <a:t>completa, tales como</a:t>
            </a:r>
            <a:r>
              <a:rPr lang="es-MX" sz="2400" dirty="0">
                <a:latin typeface="Arial" panose="020B0604020202020204" pitchFamily="34" charset="0"/>
                <a:cs typeface="Arial" panose="020B0604020202020204" pitchFamily="34" charset="0"/>
              </a:rPr>
              <a:t>: </a:t>
            </a:r>
            <a:r>
              <a:rPr lang="es-ES" sz="2400" dirty="0" smtClean="0">
                <a:latin typeface="Arial" panose="020B0604020202020204" pitchFamily="34" charset="0"/>
                <a:cs typeface="Arial" panose="020B0604020202020204" pitchFamily="34" charset="0"/>
              </a:rPr>
              <a:t>ó</a:t>
            </a:r>
            <a:r>
              <a:rPr lang="es-MX" sz="2400" dirty="0" smtClean="0">
                <a:latin typeface="Arial" panose="020B0604020202020204" pitchFamily="34" charset="0"/>
                <a:cs typeface="Arial" panose="020B0604020202020204" pitchFamily="34" charset="0"/>
              </a:rPr>
              <a:t>peras</a:t>
            </a:r>
            <a:r>
              <a:rPr lang="es-MX" sz="2400" dirty="0">
                <a:latin typeface="Arial" panose="020B0604020202020204" pitchFamily="34" charset="0"/>
                <a:cs typeface="Arial" panose="020B0604020202020204" pitchFamily="34" charset="0"/>
              </a:rPr>
              <a:t>, conciertos, sinfonías, cantatas, misas. </a:t>
            </a:r>
            <a:r>
              <a:rPr lang="es-MX" sz="2400" dirty="0" smtClean="0">
                <a:latin typeface="Arial" panose="020B0604020202020204" pitchFamily="34" charset="0"/>
                <a:cs typeface="Arial" panose="020B0604020202020204" pitchFamily="34" charset="0"/>
              </a:rPr>
              <a:t>Así también </a:t>
            </a:r>
            <a:r>
              <a:rPr lang="es-MX" sz="2400" dirty="0">
                <a:latin typeface="Arial" panose="020B0604020202020204" pitchFamily="34" charset="0"/>
                <a:cs typeface="Arial" panose="020B0604020202020204" pitchFamily="34" charset="0"/>
              </a:rPr>
              <a:t>para un solo instrumento o grupos pequeños llamados de cámara (habitación) como sonatas, piezas, cuartetos, serenatas, </a:t>
            </a:r>
            <a:r>
              <a:rPr lang="es-MX" sz="2400" dirty="0" smtClean="0">
                <a:latin typeface="Arial" panose="020B0604020202020204" pitchFamily="34" charset="0"/>
                <a:cs typeface="Arial" panose="020B0604020202020204" pitchFamily="34" charset="0"/>
              </a:rPr>
              <a:t>etc</a:t>
            </a:r>
            <a:r>
              <a:rPr lang="es-ES" sz="2400" dirty="0" err="1" smtClean="0">
                <a:latin typeface="Arial" panose="020B0604020202020204" pitchFamily="34" charset="0"/>
                <a:cs typeface="Arial" panose="020B0604020202020204" pitchFamily="34" charset="0"/>
              </a:rPr>
              <a:t>étera</a:t>
            </a:r>
            <a:r>
              <a:rPr lang="es-MX" sz="2400" dirty="0" smtClean="0">
                <a:latin typeface="Arial" panose="020B0604020202020204" pitchFamily="34" charset="0"/>
                <a:cs typeface="Arial" panose="020B0604020202020204" pitchFamily="34" charset="0"/>
              </a:rPr>
              <a:t>. </a:t>
            </a:r>
            <a:endParaRPr lang="es-MX" sz="2400" dirty="0">
              <a:latin typeface="Arial" panose="020B0604020202020204" pitchFamily="34" charset="0"/>
              <a:cs typeface="Arial" panose="020B0604020202020204" pitchFamily="34" charset="0"/>
            </a:endParaRPr>
          </a:p>
          <a:p>
            <a:pPr algn="just"/>
            <a:r>
              <a:rPr lang="es-MX" sz="2400" dirty="0">
                <a:latin typeface="Arial" panose="020B0604020202020204" pitchFamily="34" charset="0"/>
                <a:cs typeface="Arial" panose="020B0604020202020204" pitchFamily="34" charset="0"/>
              </a:rPr>
              <a:t>Entre los compositores más famosos de esta época se encuentran Wolfgang Amadeus Mozart (1756-1791) y Ludwig Van Beethoven (1770-1827). </a:t>
            </a:r>
          </a:p>
        </p:txBody>
      </p:sp>
      <p:sp>
        <p:nvSpPr>
          <p:cNvPr id="14" name="Rectángulo 13">
            <a:extLst>
              <a:ext uri="{FF2B5EF4-FFF2-40B4-BE49-F238E27FC236}">
                <a16:creationId xmlns:a16="http://schemas.microsoft.com/office/drawing/2014/main" xmlns="" id="{A0F8BB6D-242E-4412-9B5A-C45251B482FA}"/>
              </a:ext>
            </a:extLst>
          </p:cNvPr>
          <p:cNvSpPr/>
          <p:nvPr/>
        </p:nvSpPr>
        <p:spPr>
          <a:xfrm>
            <a:off x="2620328" y="10790487"/>
            <a:ext cx="16062960" cy="5193974"/>
          </a:xfrm>
          <a:prstGeom prst="rect">
            <a:avLst/>
          </a:prstGeom>
          <a:solidFill>
            <a:srgbClr val="00CC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3" name="Imagen 12" descr="Imagen que contiene edificio, exterior, bicicleta, gato&#10;&#10;Descripción generada automáticamente">
            <a:extLst>
              <a:ext uri="{FF2B5EF4-FFF2-40B4-BE49-F238E27FC236}">
                <a16:creationId xmlns:a16="http://schemas.microsoft.com/office/drawing/2014/main" xmlns="" id="{0A9D7BEF-73D0-4459-BC1F-E0E25D2CA90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05728" y="10790488"/>
            <a:ext cx="7283250" cy="5193973"/>
          </a:xfrm>
          <a:prstGeom prst="rect">
            <a:avLst/>
          </a:prstGeom>
        </p:spPr>
      </p:pic>
      <p:sp>
        <p:nvSpPr>
          <p:cNvPr id="16" name="CuadroTexto 15">
            <a:extLst>
              <a:ext uri="{FF2B5EF4-FFF2-40B4-BE49-F238E27FC236}">
                <a16:creationId xmlns:a16="http://schemas.microsoft.com/office/drawing/2014/main" xmlns="" id="{0490837C-61B4-44D0-BBEA-E02DEED15625}"/>
              </a:ext>
            </a:extLst>
          </p:cNvPr>
          <p:cNvSpPr txBox="1"/>
          <p:nvPr/>
        </p:nvSpPr>
        <p:spPr>
          <a:xfrm>
            <a:off x="8425933" y="13125864"/>
            <a:ext cx="10820400" cy="523220"/>
          </a:xfrm>
          <a:prstGeom prst="rect">
            <a:avLst/>
          </a:prstGeom>
          <a:noFill/>
        </p:spPr>
        <p:txBody>
          <a:bodyPr wrap="square">
            <a:spAutoFit/>
          </a:bodyPr>
          <a:lstStyle/>
          <a:p>
            <a:pPr algn="ctr"/>
            <a:r>
              <a:rPr lang="es-MX" sz="2800" dirty="0">
                <a:latin typeface="Arial" panose="020B0604020202020204" pitchFamily="34" charset="0"/>
                <a:cs typeface="Arial" panose="020B0604020202020204" pitchFamily="34" charset="0"/>
              </a:rPr>
              <a:t>Detalle de la base de la estatua de Mozart.</a:t>
            </a:r>
          </a:p>
        </p:txBody>
      </p:sp>
      <p:sp>
        <p:nvSpPr>
          <p:cNvPr id="21" name="CuadroTexto 20"/>
          <p:cNvSpPr txBox="1"/>
          <p:nvPr/>
        </p:nvSpPr>
        <p:spPr>
          <a:xfrm>
            <a:off x="1100745" y="650920"/>
            <a:ext cx="17807740" cy="830997"/>
          </a:xfrm>
          <a:prstGeom prst="rect">
            <a:avLst/>
          </a:prstGeom>
          <a:noFill/>
        </p:spPr>
        <p:txBody>
          <a:bodyPr wrap="square" rtlCol="0">
            <a:spAutoFit/>
          </a:bodyPr>
          <a:lstStyle/>
          <a:p>
            <a:r>
              <a:rPr lang="es-MX" sz="2400" dirty="0" smtClean="0">
                <a:latin typeface="Arial" panose="020B0604020202020204" pitchFamily="34" charset="0"/>
                <a:cs typeface="Arial" panose="020B0604020202020204" pitchFamily="34" charset="0"/>
              </a:rPr>
              <a:t>Esta tutoría es una oportunidad </a:t>
            </a:r>
            <a:r>
              <a:rPr lang="es-MX" sz="2400" dirty="0">
                <a:latin typeface="Arial" panose="020B0604020202020204" pitchFamily="34" charset="0"/>
                <a:cs typeface="Arial" panose="020B0604020202020204" pitchFamily="34" charset="0"/>
              </a:rPr>
              <a:t>de conocer la música en sus diferentes épocas. Para iniciar este segundo módulo, se propone la lectura </a:t>
            </a:r>
            <a:r>
              <a:rPr lang="es-MX" sz="2400" dirty="0" smtClean="0">
                <a:latin typeface="Arial" panose="020B0604020202020204" pitchFamily="34" charset="0"/>
                <a:cs typeface="Arial" panose="020B0604020202020204" pitchFamily="34" charset="0"/>
              </a:rPr>
              <a:t>del </a:t>
            </a:r>
            <a:r>
              <a:rPr lang="es-MX" sz="2400" dirty="0">
                <a:latin typeface="Arial" panose="020B0604020202020204" pitchFamily="34" charset="0"/>
                <a:cs typeface="Arial" panose="020B0604020202020204" pitchFamily="34" charset="0"/>
              </a:rPr>
              <a:t>tema </a:t>
            </a:r>
            <a:r>
              <a:rPr lang="es-MX" sz="2400" b="1" dirty="0">
                <a:latin typeface="Arial" panose="020B0604020202020204" pitchFamily="34" charset="0"/>
                <a:cs typeface="Arial" panose="020B0604020202020204" pitchFamily="34" charset="0"/>
              </a:rPr>
              <a:t>La trivialización de la </a:t>
            </a:r>
            <a:r>
              <a:rPr lang="es-MX" sz="2400" b="1" dirty="0" smtClean="0">
                <a:latin typeface="Arial" panose="020B0604020202020204" pitchFamily="34" charset="0"/>
                <a:cs typeface="Arial" panose="020B0604020202020204" pitchFamily="34" charset="0"/>
              </a:rPr>
              <a:t>música</a:t>
            </a:r>
            <a:r>
              <a:rPr lang="es-MX" sz="2400" dirty="0" smtClean="0">
                <a:latin typeface="Arial" panose="020B0604020202020204" pitchFamily="34" charset="0"/>
                <a:cs typeface="Arial" panose="020B0604020202020204" pitchFamily="34" charset="0"/>
              </a:rPr>
              <a:t> (p</a:t>
            </a:r>
            <a:r>
              <a:rPr lang="es-ES" sz="2400" dirty="0" err="1" smtClean="0">
                <a:latin typeface="Arial" panose="020B0604020202020204" pitchFamily="34" charset="0"/>
                <a:cs typeface="Arial" panose="020B0604020202020204" pitchFamily="34" charset="0"/>
              </a:rPr>
              <a:t>áginas</a:t>
            </a:r>
            <a:r>
              <a:rPr lang="es-ES" sz="2400" dirty="0" smtClean="0">
                <a:latin typeface="Arial" panose="020B0604020202020204" pitchFamily="34" charset="0"/>
                <a:cs typeface="Arial" panose="020B0604020202020204" pitchFamily="34" charset="0"/>
              </a:rPr>
              <a:t> 4 y 5), </a:t>
            </a:r>
            <a:r>
              <a:rPr lang="es-MX" sz="2400" dirty="0" smtClean="0">
                <a:latin typeface="Arial" panose="020B0604020202020204" pitchFamily="34" charset="0"/>
                <a:cs typeface="Arial" panose="020B0604020202020204" pitchFamily="34" charset="0"/>
              </a:rPr>
              <a:t>del </a:t>
            </a:r>
            <a:r>
              <a:rPr lang="es-MX" sz="2400" dirty="0">
                <a:latin typeface="Arial" panose="020B0604020202020204" pitchFamily="34" charset="0"/>
                <a:cs typeface="Arial" panose="020B0604020202020204" pitchFamily="34" charset="0"/>
              </a:rPr>
              <a:t>siguiente </a:t>
            </a:r>
            <a:r>
              <a:rPr lang="es-MX" sz="2400" dirty="0" smtClean="0">
                <a:latin typeface="Arial" panose="020B0604020202020204" pitchFamily="34" charset="0"/>
                <a:cs typeface="Arial" panose="020B0604020202020204" pitchFamily="34" charset="0"/>
              </a:rPr>
              <a:t>texto</a:t>
            </a:r>
            <a:r>
              <a:rPr lang="es-MX" sz="2400" dirty="0">
                <a:latin typeface="Arial" panose="020B0604020202020204" pitchFamily="34" charset="0"/>
                <a:cs typeface="Arial" panose="020B0604020202020204" pitchFamily="34" charset="0"/>
              </a:rPr>
              <a:t>:</a:t>
            </a:r>
          </a:p>
        </p:txBody>
      </p:sp>
      <p:sp>
        <p:nvSpPr>
          <p:cNvPr id="23" name="Pentágono 22"/>
          <p:cNvSpPr/>
          <p:nvPr/>
        </p:nvSpPr>
        <p:spPr>
          <a:xfrm>
            <a:off x="7507455" y="1679621"/>
            <a:ext cx="6280405" cy="1439422"/>
          </a:xfrm>
          <a:prstGeom prst="homePlat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b="1" dirty="0">
                <a:solidFill>
                  <a:schemeClr val="bg1"/>
                </a:solidFill>
                <a:latin typeface="Arial" panose="020B0604020202020204" pitchFamily="34" charset="0"/>
                <a:cs typeface="Arial" panose="020B0604020202020204" pitchFamily="34" charset="0"/>
              </a:rPr>
              <a:t>La apreciación de la música clásica común.</a:t>
            </a:r>
            <a:endParaRPr lang="es-MX" sz="2000" dirty="0">
              <a:solidFill>
                <a:schemeClr val="bg1"/>
              </a:solidFill>
              <a:latin typeface="Arial" panose="020B0604020202020204" pitchFamily="34" charset="0"/>
              <a:cs typeface="Arial" panose="020B0604020202020204" pitchFamily="34" charset="0"/>
            </a:endParaRPr>
          </a:p>
        </p:txBody>
      </p:sp>
      <p:pic>
        <p:nvPicPr>
          <p:cNvPr id="24" name="Imagen 23"/>
          <p:cNvPicPr>
            <a:picLocks noChangeAspect="1"/>
          </p:cNvPicPr>
          <p:nvPr/>
        </p:nvPicPr>
        <p:blipFill>
          <a:blip r:embed="rId5"/>
          <a:stretch>
            <a:fillRect/>
          </a:stretch>
        </p:blipFill>
        <p:spPr>
          <a:xfrm>
            <a:off x="5913121" y="1702127"/>
            <a:ext cx="1600474" cy="1410788"/>
          </a:xfrm>
          <a:prstGeom prst="rect">
            <a:avLst/>
          </a:prstGeom>
        </p:spPr>
      </p:pic>
      <p:sp>
        <p:nvSpPr>
          <p:cNvPr id="3" name="Rectángulo 2"/>
          <p:cNvSpPr/>
          <p:nvPr/>
        </p:nvSpPr>
        <p:spPr>
          <a:xfrm>
            <a:off x="14200106" y="1192995"/>
            <a:ext cx="5059680" cy="241267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smtClean="0">
                <a:solidFill>
                  <a:schemeClr val="tx1"/>
                </a:solidFill>
              </a:rPr>
              <a:t>Renato, este documento es autoría del EC, por lo que habrá que ponerlo incrustado en plantilla. </a:t>
            </a:r>
            <a:endParaRPr lang="es-MX" dirty="0">
              <a:solidFill>
                <a:schemeClr val="tx1"/>
              </a:solidFill>
            </a:endParaRPr>
          </a:p>
        </p:txBody>
      </p:sp>
      <p:sp>
        <p:nvSpPr>
          <p:cNvPr id="15" name="Rectángulo 14"/>
          <p:cNvSpPr/>
          <p:nvPr/>
        </p:nvSpPr>
        <p:spPr>
          <a:xfrm>
            <a:off x="18662652" y="6459241"/>
            <a:ext cx="5059680" cy="144818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smtClean="0">
                <a:solidFill>
                  <a:schemeClr val="bg1"/>
                </a:solidFill>
              </a:rPr>
              <a:t>Aurelio, </a:t>
            </a:r>
            <a:r>
              <a:rPr lang="es-MX" dirty="0" smtClean="0">
                <a:solidFill>
                  <a:schemeClr val="bg1"/>
                </a:solidFill>
              </a:rPr>
              <a:t>optimizar imágenes y subirlas a la nube.</a:t>
            </a:r>
            <a:endParaRPr lang="es-MX" dirty="0">
              <a:solidFill>
                <a:schemeClr val="bg1"/>
              </a:solidFill>
            </a:endParaRPr>
          </a:p>
        </p:txBody>
      </p:sp>
    </p:spTree>
    <p:extLst>
      <p:ext uri="{BB962C8B-B14F-4D97-AF65-F5344CB8AC3E}">
        <p14:creationId xmlns:p14="http://schemas.microsoft.com/office/powerpoint/2010/main" val="3338312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xmlns="" id="{EEDB8A64-E646-4388-A89B-33579C9A50F2}"/>
              </a:ext>
            </a:extLst>
          </p:cNvPr>
          <p:cNvSpPr txBox="1"/>
          <p:nvPr/>
        </p:nvSpPr>
        <p:spPr>
          <a:xfrm>
            <a:off x="1005840" y="1047750"/>
            <a:ext cx="18044160" cy="1200329"/>
          </a:xfrm>
          <a:prstGeom prst="rect">
            <a:avLst/>
          </a:prstGeom>
          <a:noFill/>
        </p:spPr>
        <p:txBody>
          <a:bodyPr wrap="square" rtlCol="0">
            <a:spAutoFit/>
          </a:bodyPr>
          <a:lstStyle/>
          <a:p>
            <a:pPr algn="just"/>
            <a:r>
              <a:rPr lang="es-MX" sz="2400" dirty="0">
                <a:latin typeface="Arial" panose="020B0604020202020204" pitchFamily="34" charset="0"/>
                <a:cs typeface="Arial" panose="020B0604020202020204" pitchFamily="34" charset="0"/>
              </a:rPr>
              <a:t>Para conocer más </a:t>
            </a:r>
            <a:r>
              <a:rPr lang="es-MX" sz="2400" dirty="0" smtClean="0">
                <a:latin typeface="Arial" panose="020B0604020202020204" pitchFamily="34" charset="0"/>
                <a:cs typeface="Arial" panose="020B0604020202020204" pitchFamily="34" charset="0"/>
              </a:rPr>
              <a:t>acerca </a:t>
            </a:r>
            <a:r>
              <a:rPr lang="es-MX" sz="2400" dirty="0">
                <a:latin typeface="Arial" panose="020B0604020202020204" pitchFamily="34" charset="0"/>
                <a:cs typeface="Arial" panose="020B0604020202020204" pitchFamily="34" charset="0"/>
              </a:rPr>
              <a:t>de esta época, </a:t>
            </a:r>
            <a:r>
              <a:rPr lang="es-MX" sz="2400" dirty="0" smtClean="0">
                <a:latin typeface="Arial" panose="020B0604020202020204" pitchFamily="34" charset="0"/>
                <a:cs typeface="Arial" panose="020B0604020202020204" pitchFamily="34" charset="0"/>
              </a:rPr>
              <a:t>revise la siguiente presentaci</a:t>
            </a:r>
            <a:r>
              <a:rPr lang="es-ES" sz="2400" dirty="0" err="1" smtClean="0">
                <a:latin typeface="Arial" panose="020B0604020202020204" pitchFamily="34" charset="0"/>
                <a:cs typeface="Arial" panose="020B0604020202020204" pitchFamily="34" charset="0"/>
              </a:rPr>
              <a:t>ón</a:t>
            </a:r>
            <a:r>
              <a:rPr lang="es-ES" sz="2400" dirty="0" smtClean="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que corresponde </a:t>
            </a:r>
            <a:r>
              <a:rPr lang="es-MX" sz="2400" dirty="0">
                <a:latin typeface="Arial" panose="020B0604020202020204" pitchFamily="34" charset="0"/>
                <a:cs typeface="Arial" panose="020B0604020202020204" pitchFamily="34" charset="0"/>
              </a:rPr>
              <a:t>a la música del periodo clásico.</a:t>
            </a:r>
          </a:p>
          <a:p>
            <a:pPr algn="just"/>
            <a:endParaRPr lang="es-MX" sz="2400" dirty="0">
              <a:latin typeface="Arial" panose="020B0604020202020204" pitchFamily="34" charset="0"/>
              <a:cs typeface="Arial" panose="020B0604020202020204" pitchFamily="34" charset="0"/>
            </a:endParaRPr>
          </a:p>
          <a:p>
            <a:pPr algn="ctr"/>
            <a:r>
              <a:rPr lang="es-MX" sz="2400" b="1" dirty="0">
                <a:solidFill>
                  <a:srgbClr val="FF0000"/>
                </a:solidFill>
                <a:latin typeface="Arial" panose="020B0604020202020204" pitchFamily="34" charset="0"/>
                <a:cs typeface="Arial" panose="020B0604020202020204" pitchFamily="34" charset="0"/>
              </a:rPr>
              <a:t>Aquí deben ir diapositivas del periodo clásico.</a:t>
            </a:r>
          </a:p>
        </p:txBody>
      </p:sp>
      <p:sp>
        <p:nvSpPr>
          <p:cNvPr id="3" name="Rectángulo 2"/>
          <p:cNvSpPr/>
          <p:nvPr/>
        </p:nvSpPr>
        <p:spPr>
          <a:xfrm>
            <a:off x="1005840" y="2617222"/>
            <a:ext cx="17647920" cy="3108543"/>
          </a:xfrm>
          <a:prstGeom prst="rect">
            <a:avLst/>
          </a:prstGeom>
        </p:spPr>
        <p:txBody>
          <a:bodyPr wrap="square">
            <a:spAutoFit/>
          </a:bodyPr>
          <a:lstStyle/>
          <a:p>
            <a:r>
              <a:rPr lang="es-MX" sz="2400" dirty="0" smtClean="0">
                <a:latin typeface="Arial" panose="020B0604020202020204" pitchFamily="34" charset="0"/>
                <a:cs typeface="Arial" panose="020B0604020202020204" pitchFamily="34" charset="0"/>
              </a:rPr>
              <a:t>Ahora, le invito </a:t>
            </a:r>
            <a:r>
              <a:rPr lang="es-MX" sz="2400" dirty="0">
                <a:latin typeface="Arial" panose="020B0604020202020204" pitchFamily="34" charset="0"/>
                <a:cs typeface="Arial" panose="020B0604020202020204" pitchFamily="34" charset="0"/>
              </a:rPr>
              <a:t>a conocer y apreciar la música del periodo clásico a través de un acercamiento práctico auditivo e histórico, mismo </a:t>
            </a:r>
            <a:r>
              <a:rPr lang="es-MX" sz="2400" dirty="0" smtClean="0">
                <a:latin typeface="Arial" panose="020B0604020202020204" pitchFamily="34" charset="0"/>
                <a:cs typeface="Arial" panose="020B0604020202020204" pitchFamily="34" charset="0"/>
              </a:rPr>
              <a:t>que, además, le impulsará </a:t>
            </a:r>
            <a:r>
              <a:rPr lang="es-MX" sz="2400" dirty="0">
                <a:latin typeface="Arial" panose="020B0604020202020204" pitchFamily="34" charset="0"/>
                <a:cs typeface="Arial" panose="020B0604020202020204" pitchFamily="34" charset="0"/>
              </a:rPr>
              <a:t>a distinguir los rasgos estilísticos de la música de los compositores </a:t>
            </a:r>
            <a:r>
              <a:rPr lang="es-MX" sz="2400" dirty="0" smtClean="0">
                <a:latin typeface="Arial" panose="020B0604020202020204" pitchFamily="34" charset="0"/>
                <a:cs typeface="Arial" panose="020B0604020202020204" pitchFamily="34" charset="0"/>
              </a:rPr>
              <a:t>de esa </a:t>
            </a:r>
            <a:r>
              <a:rPr lang="es-ES" sz="2400" dirty="0" smtClean="0">
                <a:latin typeface="Arial" panose="020B0604020202020204" pitchFamily="34" charset="0"/>
                <a:cs typeface="Arial" panose="020B0604020202020204" pitchFamily="34" charset="0"/>
              </a:rPr>
              <a:t>época</a:t>
            </a:r>
            <a:r>
              <a:rPr lang="es-MX" sz="2400" dirty="0" smtClean="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y su entorno.  </a:t>
            </a:r>
          </a:p>
          <a:p>
            <a:endParaRPr lang="es-MX" sz="2400" dirty="0">
              <a:latin typeface="Arial" panose="020B0604020202020204" pitchFamily="34" charset="0"/>
              <a:cs typeface="Arial" panose="020B0604020202020204" pitchFamily="34" charset="0"/>
            </a:endParaRPr>
          </a:p>
          <a:p>
            <a:pPr algn="just"/>
            <a:r>
              <a:rPr lang="es-MX" sz="2400" dirty="0">
                <a:solidFill>
                  <a:schemeClr val="dk1"/>
                </a:solidFill>
                <a:highlight>
                  <a:srgbClr val="FF9999"/>
                </a:highlight>
                <a:latin typeface="Arial" panose="020B0604020202020204" pitchFamily="34" charset="0"/>
                <a:cs typeface="Arial" panose="020B0604020202020204" pitchFamily="34" charset="0"/>
              </a:rPr>
              <a:t>Para escuchar estas canciones, debe ingresar a la biblioteca digital </a:t>
            </a:r>
            <a:r>
              <a:rPr lang="es-MX" sz="2400" dirty="0" err="1">
                <a:solidFill>
                  <a:schemeClr val="dk1"/>
                </a:solidFill>
                <a:highlight>
                  <a:srgbClr val="FF9999"/>
                </a:highlight>
                <a:latin typeface="Arial" panose="020B0604020202020204" pitchFamily="34" charset="0"/>
                <a:cs typeface="Arial" panose="020B0604020202020204" pitchFamily="34" charset="0"/>
              </a:rPr>
              <a:t>Naxos</a:t>
            </a:r>
            <a:r>
              <a:rPr lang="es-MX" sz="2400" dirty="0">
                <a:solidFill>
                  <a:schemeClr val="dk1"/>
                </a:solidFill>
                <a:highlight>
                  <a:srgbClr val="FF9999"/>
                </a:highlight>
                <a:latin typeface="Arial" panose="020B0604020202020204" pitchFamily="34" charset="0"/>
                <a:cs typeface="Arial" panose="020B0604020202020204" pitchFamily="34" charset="0"/>
              </a:rPr>
              <a:t> </a:t>
            </a:r>
            <a:r>
              <a:rPr lang="es-MX" sz="2400" dirty="0" err="1">
                <a:solidFill>
                  <a:schemeClr val="dk1"/>
                </a:solidFill>
                <a:highlight>
                  <a:srgbClr val="FF9999"/>
                </a:highlight>
                <a:latin typeface="Arial" panose="020B0604020202020204" pitchFamily="34" charset="0"/>
                <a:cs typeface="Arial" panose="020B0604020202020204" pitchFamily="34" charset="0"/>
              </a:rPr>
              <a:t>Music</a:t>
            </a:r>
            <a:r>
              <a:rPr lang="es-MX" sz="2400" dirty="0">
                <a:solidFill>
                  <a:schemeClr val="dk1"/>
                </a:solidFill>
                <a:highlight>
                  <a:srgbClr val="FF9999"/>
                </a:highlight>
                <a:latin typeface="Arial" panose="020B0604020202020204" pitchFamily="34" charset="0"/>
                <a:cs typeface="Arial" panose="020B0604020202020204" pitchFamily="34" charset="0"/>
              </a:rPr>
              <a:t> Library. Para ello, consulte las instrucciones en el siguiente documento. </a:t>
            </a:r>
            <a:r>
              <a:rPr lang="es-MX" sz="2800" b="1" dirty="0">
                <a:solidFill>
                  <a:schemeClr val="dk1"/>
                </a:solidFill>
                <a:highlight>
                  <a:srgbClr val="FFFF00"/>
                </a:highlight>
                <a:latin typeface="Arial" panose="020B0604020202020204" pitchFamily="34" charset="0"/>
                <a:cs typeface="Arial" panose="020B0604020202020204" pitchFamily="34" charset="0"/>
              </a:rPr>
              <a:t>AQUÍ DEBE IR NOMBRE DEL DOCUMENTO CON HIPERVÍCULO</a:t>
            </a:r>
          </a:p>
          <a:p>
            <a:pPr fontAlgn="base"/>
            <a:endParaRPr lang="es-MX" sz="2400" dirty="0">
              <a:highlight>
                <a:srgbClr val="00FFFF"/>
              </a:highlight>
              <a:latin typeface="Arial" panose="020B0604020202020204" pitchFamily="34" charset="0"/>
              <a:cs typeface="Arial" panose="020B0604020202020204" pitchFamily="34" charset="0"/>
            </a:endParaRPr>
          </a:p>
          <a:p>
            <a:pPr algn="ctr"/>
            <a:r>
              <a:rPr lang="es-MX" sz="2400" b="1" dirty="0">
                <a:solidFill>
                  <a:srgbClr val="FF0000"/>
                </a:solidFill>
                <a:latin typeface="Arial" panose="020B0604020202020204" pitchFamily="34" charset="0"/>
                <a:cs typeface="Arial" panose="020B0604020202020204" pitchFamily="34" charset="0"/>
              </a:rPr>
              <a:t>Aquí debe ir catálogo canciones de la </a:t>
            </a:r>
            <a:r>
              <a:rPr lang="es-MX" sz="2400" b="1" dirty="0" smtClean="0">
                <a:solidFill>
                  <a:srgbClr val="FF0000"/>
                </a:solidFill>
                <a:latin typeface="Arial" panose="020B0604020202020204" pitchFamily="34" charset="0"/>
                <a:cs typeface="Arial" panose="020B0604020202020204" pitchFamily="34" charset="0"/>
              </a:rPr>
              <a:t>época clásica. </a:t>
            </a:r>
            <a:endParaRPr lang="es-MX" sz="2400" b="1" dirty="0">
              <a:solidFill>
                <a:srgbClr val="FF0000"/>
              </a:solidFill>
              <a:latin typeface="Arial" panose="020B0604020202020204" pitchFamily="34" charset="0"/>
              <a:cs typeface="Arial" panose="020B0604020202020204" pitchFamily="34" charset="0"/>
            </a:endParaRPr>
          </a:p>
          <a:p>
            <a:pPr algn="ctr"/>
            <a:r>
              <a:rPr lang="es-MX" sz="2400" b="1" dirty="0">
                <a:solidFill>
                  <a:srgbClr val="FF0000"/>
                </a:solidFill>
                <a:latin typeface="Arial" panose="020B0604020202020204" pitchFamily="34" charset="0"/>
                <a:cs typeface="Arial" panose="020B0604020202020204" pitchFamily="34" charset="0"/>
              </a:rPr>
              <a:t>Información en la diapositiva </a:t>
            </a:r>
            <a:r>
              <a:rPr lang="es-MX" sz="2400" b="1" dirty="0" smtClean="0">
                <a:solidFill>
                  <a:srgbClr val="FF0000"/>
                </a:solidFill>
                <a:latin typeface="Arial" panose="020B0604020202020204" pitchFamily="34" charset="0"/>
                <a:cs typeface="Arial" panose="020B0604020202020204" pitchFamily="34" charset="0"/>
              </a:rPr>
              <a:t>17</a:t>
            </a:r>
            <a:endParaRPr lang="es-MX" sz="2400" b="1" dirty="0">
              <a:solidFill>
                <a:srgbClr val="FF0000"/>
              </a:solidFill>
              <a:latin typeface="Arial" panose="020B0604020202020204" pitchFamily="34" charset="0"/>
              <a:cs typeface="Arial" panose="020B0604020202020204" pitchFamily="34" charset="0"/>
            </a:endParaRPr>
          </a:p>
        </p:txBody>
      </p:sp>
      <p:sp>
        <p:nvSpPr>
          <p:cNvPr id="4" name="Rectángulo 3"/>
          <p:cNvSpPr/>
          <p:nvPr/>
        </p:nvSpPr>
        <p:spPr>
          <a:xfrm>
            <a:off x="17949146" y="984467"/>
            <a:ext cx="5059680" cy="144818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smtClean="0">
                <a:solidFill>
                  <a:schemeClr val="bg1"/>
                </a:solidFill>
              </a:rPr>
              <a:t>Aurelio, las diapositivas están en la carpeta. </a:t>
            </a:r>
            <a:endParaRPr lang="es-MX" dirty="0">
              <a:solidFill>
                <a:schemeClr val="bg1"/>
              </a:solidFill>
            </a:endParaRPr>
          </a:p>
        </p:txBody>
      </p:sp>
      <p:sp>
        <p:nvSpPr>
          <p:cNvPr id="5" name="Rectángulo 4"/>
          <p:cNvSpPr/>
          <p:nvPr/>
        </p:nvSpPr>
        <p:spPr>
          <a:xfrm>
            <a:off x="13594206" y="4905206"/>
            <a:ext cx="4354940" cy="151800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2400" dirty="0" smtClean="0">
                <a:solidFill>
                  <a:schemeClr val="bg1"/>
                </a:solidFill>
                <a:latin typeface="Arial" panose="020B0604020202020204" pitchFamily="34" charset="0"/>
                <a:cs typeface="Arial" panose="020B0604020202020204" pitchFamily="34" charset="0"/>
              </a:rPr>
              <a:t>Aurelio, usar el mismo formato de catálogo que usaste en el módulo 1 para presentar esta música. </a:t>
            </a:r>
            <a:endParaRPr lang="es-MX"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7892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xmlns="" id="{14EC8C0E-AC9A-4815-BB83-3C210BDFD042}"/>
              </a:ext>
            </a:extLst>
          </p:cNvPr>
          <p:cNvSpPr/>
          <p:nvPr/>
        </p:nvSpPr>
        <p:spPr>
          <a:xfrm>
            <a:off x="698182" y="149684"/>
            <a:ext cx="18394680" cy="147828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endParaRPr lang="es-MX" sz="2400" dirty="0">
              <a:latin typeface="Arial" panose="020B0604020202020204" pitchFamily="34" charset="0"/>
              <a:cs typeface="Arial" panose="020B0604020202020204" pitchFamily="34" charset="0"/>
            </a:endParaRPr>
          </a:p>
          <a:p>
            <a:pPr algn="just"/>
            <a:r>
              <a:rPr lang="es-MX" sz="2400" b="1" dirty="0">
                <a:latin typeface="Arial" panose="020B0604020202020204" pitchFamily="34" charset="0"/>
                <a:cs typeface="Arial" panose="020B0604020202020204" pitchFamily="34" charset="0"/>
              </a:rPr>
              <a:t>2.2 Música del romanticismo o del periodo </a:t>
            </a:r>
            <a:r>
              <a:rPr lang="es-MX" sz="2400" b="1" dirty="0" smtClean="0">
                <a:latin typeface="Arial" panose="020B0604020202020204" pitchFamily="34" charset="0"/>
                <a:cs typeface="Arial" panose="020B0604020202020204" pitchFamily="34" charset="0"/>
              </a:rPr>
              <a:t>romántico, 1820-1900</a:t>
            </a:r>
            <a:endParaRPr lang="es-MX" sz="2400" b="1" dirty="0">
              <a:latin typeface="Arial" panose="020B0604020202020204" pitchFamily="34" charset="0"/>
              <a:cs typeface="Arial" panose="020B0604020202020204" pitchFamily="34" charset="0"/>
            </a:endParaRPr>
          </a:p>
        </p:txBody>
      </p:sp>
      <p:sp>
        <p:nvSpPr>
          <p:cNvPr id="11" name="CuadroTexto 10">
            <a:extLst>
              <a:ext uri="{FF2B5EF4-FFF2-40B4-BE49-F238E27FC236}">
                <a16:creationId xmlns:a16="http://schemas.microsoft.com/office/drawing/2014/main" xmlns="" id="{076A0FE0-60AB-475E-B746-F2BE88715C39}"/>
              </a:ext>
            </a:extLst>
          </p:cNvPr>
          <p:cNvSpPr txBox="1"/>
          <p:nvPr/>
        </p:nvSpPr>
        <p:spPr>
          <a:xfrm>
            <a:off x="926782" y="11262360"/>
            <a:ext cx="18166080" cy="4590616"/>
          </a:xfrm>
          <a:prstGeom prst="rect">
            <a:avLst/>
          </a:prstGeom>
          <a:noFill/>
        </p:spPr>
        <p:txBody>
          <a:bodyPr wrap="square" rtlCol="0">
            <a:spAutoFit/>
          </a:bodyPr>
          <a:lstStyle/>
          <a:p>
            <a:r>
              <a:rPr lang="es-MX" sz="2400" dirty="0" smtClean="0">
                <a:latin typeface="Arial" panose="020B0604020202020204" pitchFamily="34" charset="0"/>
                <a:cs typeface="Arial" panose="020B0604020202020204" pitchFamily="34" charset="0"/>
              </a:rPr>
              <a:t>A continuaci</a:t>
            </a:r>
            <a:r>
              <a:rPr lang="es-ES" sz="2400" dirty="0" err="1" smtClean="0">
                <a:latin typeface="Arial" panose="020B0604020202020204" pitchFamily="34" charset="0"/>
                <a:cs typeface="Arial" panose="020B0604020202020204" pitchFamily="34" charset="0"/>
              </a:rPr>
              <a:t>ón</a:t>
            </a:r>
            <a:r>
              <a:rPr lang="es-ES" sz="2400" dirty="0" smtClean="0">
                <a:latin typeface="Arial" panose="020B0604020202020204" pitchFamily="34" charset="0"/>
                <a:cs typeface="Arial" panose="020B0604020202020204" pitchFamily="34" charset="0"/>
              </a:rPr>
              <a:t>, analice la siguiente presentación que trata acerca del </a:t>
            </a:r>
            <a:r>
              <a:rPr lang="es-MX" sz="2400" dirty="0" smtClean="0">
                <a:latin typeface="Arial" panose="020B0604020202020204" pitchFamily="34" charset="0"/>
                <a:cs typeface="Arial" panose="020B0604020202020204" pitchFamily="34" charset="0"/>
              </a:rPr>
              <a:t>periodo </a:t>
            </a:r>
            <a:r>
              <a:rPr lang="es-MX" sz="2400" dirty="0">
                <a:latin typeface="Arial" panose="020B0604020202020204" pitchFamily="34" charset="0"/>
                <a:cs typeface="Arial" panose="020B0604020202020204" pitchFamily="34" charset="0"/>
              </a:rPr>
              <a:t>de romanticismo. </a:t>
            </a:r>
          </a:p>
          <a:p>
            <a:endParaRPr lang="es-MX" sz="2400" dirty="0">
              <a:latin typeface="Arial" panose="020B0604020202020204" pitchFamily="34" charset="0"/>
              <a:cs typeface="Arial" panose="020B0604020202020204" pitchFamily="34" charset="0"/>
            </a:endParaRPr>
          </a:p>
          <a:p>
            <a:pPr algn="ctr"/>
            <a:r>
              <a:rPr lang="es-MX" sz="2800" b="1" dirty="0">
                <a:solidFill>
                  <a:srgbClr val="FF0000"/>
                </a:solidFill>
                <a:latin typeface="Arial" panose="020B0604020202020204" pitchFamily="34" charset="0"/>
                <a:cs typeface="Arial" panose="020B0604020202020204" pitchFamily="34" charset="0"/>
              </a:rPr>
              <a:t>Aquí deben ir diapositivas del periodo romántico</a:t>
            </a:r>
            <a:r>
              <a:rPr lang="es-MX" sz="2400" b="1" dirty="0">
                <a:solidFill>
                  <a:srgbClr val="FF0000"/>
                </a:solidFill>
                <a:latin typeface="Arial" panose="020B0604020202020204" pitchFamily="34" charset="0"/>
                <a:cs typeface="Arial" panose="020B0604020202020204" pitchFamily="34" charset="0"/>
              </a:rPr>
              <a:t>.</a:t>
            </a:r>
          </a:p>
          <a:p>
            <a:pPr algn="ctr"/>
            <a:endParaRPr lang="es-MX" sz="2400" b="1" dirty="0">
              <a:solidFill>
                <a:srgbClr val="FF0000"/>
              </a:solidFill>
              <a:latin typeface="Arial" panose="020B0604020202020204" pitchFamily="34" charset="0"/>
              <a:cs typeface="Arial" panose="020B0604020202020204" pitchFamily="34" charset="0"/>
            </a:endParaRPr>
          </a:p>
          <a:p>
            <a:pPr algn="just"/>
            <a:r>
              <a:rPr lang="es-MX" sz="2400" dirty="0">
                <a:solidFill>
                  <a:schemeClr val="dk1"/>
                </a:solidFill>
                <a:highlight>
                  <a:srgbClr val="FF9999"/>
                </a:highlight>
                <a:latin typeface="Arial" panose="020B0604020202020204" pitchFamily="34" charset="0"/>
                <a:cs typeface="Arial" panose="020B0604020202020204" pitchFamily="34" charset="0"/>
              </a:rPr>
              <a:t>Para escuchar estas canciones, debe ingresar a la biblioteca digital </a:t>
            </a:r>
            <a:r>
              <a:rPr lang="es-MX" sz="2400" dirty="0" err="1">
                <a:solidFill>
                  <a:schemeClr val="dk1"/>
                </a:solidFill>
                <a:highlight>
                  <a:srgbClr val="FF9999"/>
                </a:highlight>
                <a:latin typeface="Arial" panose="020B0604020202020204" pitchFamily="34" charset="0"/>
                <a:cs typeface="Arial" panose="020B0604020202020204" pitchFamily="34" charset="0"/>
              </a:rPr>
              <a:t>Naxos</a:t>
            </a:r>
            <a:r>
              <a:rPr lang="es-MX" sz="2400" dirty="0">
                <a:solidFill>
                  <a:schemeClr val="dk1"/>
                </a:solidFill>
                <a:highlight>
                  <a:srgbClr val="FF9999"/>
                </a:highlight>
                <a:latin typeface="Arial" panose="020B0604020202020204" pitchFamily="34" charset="0"/>
                <a:cs typeface="Arial" panose="020B0604020202020204" pitchFamily="34" charset="0"/>
              </a:rPr>
              <a:t> </a:t>
            </a:r>
            <a:r>
              <a:rPr lang="es-MX" sz="2400" dirty="0" err="1">
                <a:solidFill>
                  <a:schemeClr val="dk1"/>
                </a:solidFill>
                <a:highlight>
                  <a:srgbClr val="FF9999"/>
                </a:highlight>
                <a:latin typeface="Arial" panose="020B0604020202020204" pitchFamily="34" charset="0"/>
                <a:cs typeface="Arial" panose="020B0604020202020204" pitchFamily="34" charset="0"/>
              </a:rPr>
              <a:t>Music</a:t>
            </a:r>
            <a:r>
              <a:rPr lang="es-MX" sz="2400" dirty="0">
                <a:solidFill>
                  <a:schemeClr val="dk1"/>
                </a:solidFill>
                <a:highlight>
                  <a:srgbClr val="FF9999"/>
                </a:highlight>
                <a:latin typeface="Arial" panose="020B0604020202020204" pitchFamily="34" charset="0"/>
                <a:cs typeface="Arial" panose="020B0604020202020204" pitchFamily="34" charset="0"/>
              </a:rPr>
              <a:t> Library. Para ello, consulte las instrucciones en el siguiente documento. </a:t>
            </a:r>
            <a:r>
              <a:rPr lang="es-MX" sz="2400" b="1" dirty="0">
                <a:solidFill>
                  <a:schemeClr val="dk1"/>
                </a:solidFill>
                <a:highlight>
                  <a:srgbClr val="FFFF00"/>
                </a:highlight>
                <a:latin typeface="Arial" panose="020B0604020202020204" pitchFamily="34" charset="0"/>
                <a:cs typeface="Arial" panose="020B0604020202020204" pitchFamily="34" charset="0"/>
              </a:rPr>
              <a:t>AQUÍ DEBE IR NOMBRE DEL DOCUMENTO CON HIPERVÍCULO</a:t>
            </a:r>
          </a:p>
          <a:p>
            <a:pPr fontAlgn="base"/>
            <a:endParaRPr lang="es-MX" sz="2800" dirty="0">
              <a:highlight>
                <a:srgbClr val="00FFFF"/>
              </a:highlight>
              <a:latin typeface="Arial" panose="020B0604020202020204" pitchFamily="34" charset="0"/>
              <a:cs typeface="Arial" panose="020B0604020202020204" pitchFamily="34" charset="0"/>
            </a:endParaRPr>
          </a:p>
          <a:p>
            <a:pPr algn="ctr"/>
            <a:r>
              <a:rPr lang="es-MX" sz="2800" b="1" dirty="0">
                <a:solidFill>
                  <a:srgbClr val="FF0000"/>
                </a:solidFill>
                <a:latin typeface="Arial" panose="020B0604020202020204" pitchFamily="34" charset="0"/>
                <a:cs typeface="Arial" panose="020B0604020202020204" pitchFamily="34" charset="0"/>
              </a:rPr>
              <a:t>Aquí debe ir catálogo de canciones del romanticismo. </a:t>
            </a:r>
          </a:p>
          <a:p>
            <a:pPr algn="ctr"/>
            <a:r>
              <a:rPr lang="es-MX" sz="2800" b="1" dirty="0">
                <a:solidFill>
                  <a:srgbClr val="FF0000"/>
                </a:solidFill>
                <a:latin typeface="Arial" panose="020B0604020202020204" pitchFamily="34" charset="0"/>
                <a:cs typeface="Arial" panose="020B0604020202020204" pitchFamily="34" charset="0"/>
              </a:rPr>
              <a:t>Información en la diapositiva </a:t>
            </a:r>
            <a:r>
              <a:rPr lang="es-MX" sz="2800" b="1" dirty="0" smtClean="0">
                <a:solidFill>
                  <a:srgbClr val="FF0000"/>
                </a:solidFill>
                <a:latin typeface="Arial" panose="020B0604020202020204" pitchFamily="34" charset="0"/>
                <a:cs typeface="Arial" panose="020B0604020202020204" pitchFamily="34" charset="0"/>
              </a:rPr>
              <a:t>18</a:t>
            </a:r>
            <a:endParaRPr lang="es-MX" sz="2800" b="1" dirty="0">
              <a:solidFill>
                <a:srgbClr val="FF0000"/>
              </a:solidFill>
              <a:latin typeface="Arial" panose="020B0604020202020204" pitchFamily="34" charset="0"/>
              <a:cs typeface="Arial" panose="020B0604020202020204" pitchFamily="34" charset="0"/>
            </a:endParaRPr>
          </a:p>
          <a:p>
            <a:pPr algn="ctr"/>
            <a:endParaRPr lang="es-MX" sz="2400" b="1" dirty="0">
              <a:solidFill>
                <a:srgbClr val="FF0000"/>
              </a:solidFill>
              <a:latin typeface="Arial" panose="020B0604020202020204" pitchFamily="34" charset="0"/>
              <a:cs typeface="Arial" panose="020B0604020202020204" pitchFamily="34" charset="0"/>
            </a:endParaRPr>
          </a:p>
          <a:p>
            <a:endParaRPr lang="es-MX" dirty="0"/>
          </a:p>
        </p:txBody>
      </p:sp>
      <p:sp>
        <p:nvSpPr>
          <p:cNvPr id="15" name="Rectángulo 14"/>
          <p:cNvSpPr/>
          <p:nvPr/>
        </p:nvSpPr>
        <p:spPr>
          <a:xfrm>
            <a:off x="1220210" y="1207538"/>
            <a:ext cx="14139183" cy="74981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endParaRPr lang="es-MX" sz="2800" dirty="0">
              <a:latin typeface="Arial" panose="020B0604020202020204" pitchFamily="34" charset="0"/>
              <a:cs typeface="Arial" panose="020B0604020202020204" pitchFamily="34" charset="0"/>
            </a:endParaRPr>
          </a:p>
          <a:p>
            <a:r>
              <a:rPr lang="es-MX" sz="2800" dirty="0" smtClean="0">
                <a:solidFill>
                  <a:srgbClr val="FF0000"/>
                </a:solidFill>
                <a:latin typeface="Arial" panose="020B0604020202020204" pitchFamily="34" charset="0"/>
                <a:cs typeface="Arial" panose="020B0604020202020204" pitchFamily="34" charset="0"/>
              </a:rPr>
              <a:t>          </a:t>
            </a:r>
            <a:r>
              <a:rPr lang="es-MX" sz="2400" dirty="0" smtClean="0">
                <a:solidFill>
                  <a:schemeClr val="tx1"/>
                </a:solidFill>
                <a:latin typeface="Arial" panose="020B0604020202020204" pitchFamily="34" charset="0"/>
                <a:cs typeface="Arial" panose="020B0604020202020204" pitchFamily="34" charset="0"/>
              </a:rPr>
              <a:t>Para </a:t>
            </a:r>
            <a:r>
              <a:rPr lang="es-MX" sz="2400" dirty="0">
                <a:solidFill>
                  <a:schemeClr val="tx1"/>
                </a:solidFill>
                <a:latin typeface="Arial" panose="020B0604020202020204" pitchFamily="34" charset="0"/>
                <a:cs typeface="Arial" panose="020B0604020202020204" pitchFamily="34" charset="0"/>
              </a:rPr>
              <a:t>conocer toda la informaci</a:t>
            </a:r>
            <a:r>
              <a:rPr lang="es-ES" sz="2400" dirty="0" err="1">
                <a:solidFill>
                  <a:schemeClr val="tx1"/>
                </a:solidFill>
                <a:latin typeface="Arial" panose="020B0604020202020204" pitchFamily="34" charset="0"/>
                <a:cs typeface="Arial" panose="020B0604020202020204" pitchFamily="34" charset="0"/>
              </a:rPr>
              <a:t>ón</a:t>
            </a:r>
            <a:r>
              <a:rPr lang="es-ES" sz="2400" dirty="0">
                <a:solidFill>
                  <a:schemeClr val="tx1"/>
                </a:solidFill>
                <a:latin typeface="Arial" panose="020B0604020202020204" pitchFamily="34" charset="0"/>
                <a:cs typeface="Arial" panose="020B0604020202020204" pitchFamily="34" charset="0"/>
              </a:rPr>
              <a:t>, haga clic en </a:t>
            </a:r>
            <a:r>
              <a:rPr lang="es-ES" sz="2400" dirty="0" smtClean="0">
                <a:solidFill>
                  <a:schemeClr val="tx1"/>
                </a:solidFill>
                <a:latin typeface="Arial" panose="020B0604020202020204" pitchFamily="34" charset="0"/>
                <a:cs typeface="Arial" panose="020B0604020202020204" pitchFamily="34" charset="0"/>
              </a:rPr>
              <a:t>las flechas.</a:t>
            </a:r>
            <a:endParaRPr lang="es-MX" sz="2400" dirty="0">
              <a:solidFill>
                <a:schemeClr val="tx1"/>
              </a:solidFill>
              <a:latin typeface="Arial" panose="020B0604020202020204" pitchFamily="34" charset="0"/>
              <a:cs typeface="Arial" panose="020B0604020202020204" pitchFamily="34" charset="0"/>
            </a:endParaRPr>
          </a:p>
        </p:txBody>
      </p:sp>
      <p:pic>
        <p:nvPicPr>
          <p:cNvPr id="16" name="Imagen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6028" y="1295604"/>
            <a:ext cx="664720" cy="664720"/>
          </a:xfrm>
          <a:prstGeom prst="rect">
            <a:avLst/>
          </a:prstGeom>
        </p:spPr>
      </p:pic>
      <p:graphicFrame>
        <p:nvGraphicFramePr>
          <p:cNvPr id="7" name="Tabla 6"/>
          <p:cNvGraphicFramePr>
            <a:graphicFrameLocks noGrp="1"/>
          </p:cNvGraphicFramePr>
          <p:nvPr>
            <p:extLst>
              <p:ext uri="{D42A27DB-BD31-4B8C-83A1-F6EECF244321}">
                <p14:modId xmlns:p14="http://schemas.microsoft.com/office/powerpoint/2010/main" val="2624397337"/>
              </p:ext>
            </p:extLst>
          </p:nvPr>
        </p:nvGraphicFramePr>
        <p:xfrm>
          <a:off x="2220072" y="2454073"/>
          <a:ext cx="15579500" cy="8550497"/>
        </p:xfrm>
        <a:graphic>
          <a:graphicData uri="http://schemas.openxmlformats.org/drawingml/2006/table">
            <a:tbl>
              <a:tblPr firstRow="1" bandRow="1">
                <a:tableStyleId>{5C22544A-7EE6-4342-B048-85BDC9FD1C3A}</a:tableStyleId>
              </a:tblPr>
              <a:tblGrid>
                <a:gridCol w="7789750"/>
                <a:gridCol w="7789750"/>
              </a:tblGrid>
              <a:tr h="8550497">
                <a:tc>
                  <a:txBody>
                    <a:bodyPr/>
                    <a:lstStyle/>
                    <a:p>
                      <a:endParaRPr lang="es-MX" dirty="0"/>
                    </a:p>
                  </a:txBody>
                  <a:tcPr>
                    <a:solidFill>
                      <a:srgbClr val="002060"/>
                    </a:solidFill>
                  </a:tcPr>
                </a:tc>
                <a:tc>
                  <a:txBody>
                    <a:bodyPr/>
                    <a:lstStyle/>
                    <a:p>
                      <a:endParaRPr lang="es-MX" dirty="0"/>
                    </a:p>
                  </a:txBody>
                  <a:tcPr>
                    <a:solidFill>
                      <a:srgbClr val="7D7DFF"/>
                    </a:solidFill>
                  </a:tcPr>
                </a:tc>
              </a:tr>
            </a:tbl>
          </a:graphicData>
        </a:graphic>
      </p:graphicFrame>
      <p:pic>
        <p:nvPicPr>
          <p:cNvPr id="1026" name="Picture 2" descr="Archivo: Johannes-brahms-compos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4237" y="2872855"/>
            <a:ext cx="6417564" cy="7124586"/>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Flecha derecha 12"/>
          <p:cNvSpPr/>
          <p:nvPr/>
        </p:nvSpPr>
        <p:spPr>
          <a:xfrm>
            <a:off x="10195033" y="2872855"/>
            <a:ext cx="978408" cy="484632"/>
          </a:xfrm>
          <a:prstGeom prst="rightArrow">
            <a:avLst/>
          </a:prstGeom>
          <a:solidFill>
            <a:srgbClr val="00CC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Rectángulo 17"/>
          <p:cNvSpPr/>
          <p:nvPr/>
        </p:nvSpPr>
        <p:spPr>
          <a:xfrm>
            <a:off x="2955844" y="3055092"/>
            <a:ext cx="6342088" cy="648450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solidFill>
                  <a:srgbClr val="FF0000"/>
                </a:solidFill>
              </a:rPr>
              <a:t>FOTO</a:t>
            </a:r>
            <a:endParaRPr lang="es-MX" dirty="0">
              <a:solidFill>
                <a:srgbClr val="FF0000"/>
              </a:solidFill>
            </a:endParaRPr>
          </a:p>
        </p:txBody>
      </p:sp>
      <p:sp>
        <p:nvSpPr>
          <p:cNvPr id="14" name="Flecha derecha 13"/>
          <p:cNvSpPr/>
          <p:nvPr/>
        </p:nvSpPr>
        <p:spPr>
          <a:xfrm rot="10800000">
            <a:off x="8289802" y="2872855"/>
            <a:ext cx="978408" cy="484632"/>
          </a:xfrm>
          <a:prstGeom prst="rightArrow">
            <a:avLst/>
          </a:prstGeom>
          <a:solidFill>
            <a:srgbClr val="00CC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p:cNvSpPr txBox="1"/>
          <p:nvPr/>
        </p:nvSpPr>
        <p:spPr>
          <a:xfrm>
            <a:off x="18013680" y="2872855"/>
            <a:ext cx="3474720" cy="1583895"/>
          </a:xfrm>
          <a:prstGeom prst="rect">
            <a:avLst/>
          </a:prstGeom>
          <a:solidFill>
            <a:srgbClr val="FFFF00"/>
          </a:solidFill>
        </p:spPr>
        <p:txBody>
          <a:bodyPr wrap="square" rtlCol="0">
            <a:spAutoFit/>
          </a:bodyPr>
          <a:lstStyle/>
          <a:p>
            <a:r>
              <a:rPr lang="es-MX" dirty="0" smtClean="0"/>
              <a:t>Información para cada ventana en la diapositiva 6.</a:t>
            </a:r>
            <a:endParaRPr lang="es-MX" dirty="0"/>
          </a:p>
        </p:txBody>
      </p:sp>
      <p:sp>
        <p:nvSpPr>
          <p:cNvPr id="17" name="Rectángulo 16"/>
          <p:cNvSpPr/>
          <p:nvPr/>
        </p:nvSpPr>
        <p:spPr>
          <a:xfrm>
            <a:off x="10966577" y="10085507"/>
            <a:ext cx="5852884" cy="830997"/>
          </a:xfrm>
          <a:prstGeom prst="rect">
            <a:avLst/>
          </a:prstGeom>
        </p:spPr>
        <p:txBody>
          <a:bodyPr wrap="none">
            <a:spAutoFit/>
          </a:bodyPr>
          <a:lstStyle/>
          <a:p>
            <a:pPr algn="ctr"/>
            <a:r>
              <a:rPr lang="es-MX" sz="2400" dirty="0">
                <a:latin typeface="Arial" panose="020B0604020202020204" pitchFamily="34" charset="0"/>
              </a:rPr>
              <a:t>Johannes </a:t>
            </a:r>
            <a:r>
              <a:rPr lang="es-MX" sz="2400" dirty="0" smtClean="0">
                <a:latin typeface="Arial" panose="020B0604020202020204" pitchFamily="34" charset="0"/>
              </a:rPr>
              <a:t>Brahms</a:t>
            </a:r>
          </a:p>
          <a:p>
            <a:pPr algn="ctr"/>
            <a:r>
              <a:rPr lang="es-MX" sz="2400" dirty="0" smtClean="0">
                <a:latin typeface="Arial" panose="020B0604020202020204" pitchFamily="34" charset="0"/>
              </a:rPr>
              <a:t>Compositor de la época del romanticismo</a:t>
            </a:r>
            <a:endParaRPr lang="es-MX" sz="2400" dirty="0"/>
          </a:p>
        </p:txBody>
      </p:sp>
      <p:sp>
        <p:nvSpPr>
          <p:cNvPr id="19" name="Rectángulo 18"/>
          <p:cNvSpPr/>
          <p:nvPr/>
        </p:nvSpPr>
        <p:spPr>
          <a:xfrm>
            <a:off x="2926122" y="9915366"/>
            <a:ext cx="5895332" cy="830997"/>
          </a:xfrm>
          <a:prstGeom prst="rect">
            <a:avLst/>
          </a:prstGeom>
        </p:spPr>
        <p:txBody>
          <a:bodyPr wrap="none">
            <a:spAutoFit/>
          </a:bodyPr>
          <a:lstStyle/>
          <a:p>
            <a:pPr algn="ctr"/>
            <a:r>
              <a:rPr lang="es-MX" sz="2400" dirty="0" err="1">
                <a:solidFill>
                  <a:schemeClr val="bg1"/>
                </a:solidFill>
                <a:latin typeface="Arial" panose="020B0604020202020204" pitchFamily="34" charset="0"/>
              </a:rPr>
              <a:t>Giuseppi</a:t>
            </a:r>
            <a:r>
              <a:rPr lang="es-MX" sz="2400" dirty="0">
                <a:solidFill>
                  <a:schemeClr val="bg1"/>
                </a:solidFill>
                <a:latin typeface="Arial" panose="020B0604020202020204" pitchFamily="34" charset="0"/>
              </a:rPr>
              <a:t> Verdi</a:t>
            </a:r>
          </a:p>
          <a:p>
            <a:pPr algn="ctr"/>
            <a:r>
              <a:rPr lang="es-MX" sz="2400" dirty="0" smtClean="0">
                <a:solidFill>
                  <a:schemeClr val="bg1"/>
                </a:solidFill>
                <a:latin typeface="Arial" panose="020B0604020202020204" pitchFamily="34" charset="0"/>
              </a:rPr>
              <a:t>Compositor de la época del romanticismo</a:t>
            </a:r>
            <a:endParaRPr lang="es-MX" sz="2400" dirty="0">
              <a:solidFill>
                <a:schemeClr val="bg1"/>
              </a:solidFill>
            </a:endParaRPr>
          </a:p>
        </p:txBody>
      </p:sp>
      <p:sp>
        <p:nvSpPr>
          <p:cNvPr id="20" name="Rectángulo 19"/>
          <p:cNvSpPr/>
          <p:nvPr/>
        </p:nvSpPr>
        <p:spPr>
          <a:xfrm>
            <a:off x="14641991" y="14091146"/>
            <a:ext cx="4354940" cy="151800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2400" dirty="0" smtClean="0">
                <a:solidFill>
                  <a:schemeClr val="bg1"/>
                </a:solidFill>
                <a:latin typeface="Arial" panose="020B0604020202020204" pitchFamily="34" charset="0"/>
                <a:cs typeface="Arial" panose="020B0604020202020204" pitchFamily="34" charset="0"/>
              </a:rPr>
              <a:t>Aurelio, usar el mismo formato de catálogo que usaste en el módulo 1 para presentar esta música. </a:t>
            </a:r>
            <a:endParaRPr lang="es-MX" sz="2400" dirty="0">
              <a:solidFill>
                <a:schemeClr val="bg1"/>
              </a:solidFill>
              <a:latin typeface="Arial" panose="020B0604020202020204" pitchFamily="34" charset="0"/>
              <a:cs typeface="Arial" panose="020B0604020202020204" pitchFamily="34" charset="0"/>
            </a:endParaRPr>
          </a:p>
        </p:txBody>
      </p:sp>
      <p:sp>
        <p:nvSpPr>
          <p:cNvPr id="21" name="Rectángulo 20"/>
          <p:cNvSpPr/>
          <p:nvPr/>
        </p:nvSpPr>
        <p:spPr>
          <a:xfrm>
            <a:off x="15053546" y="11227971"/>
            <a:ext cx="5059680" cy="144818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smtClean="0">
                <a:solidFill>
                  <a:schemeClr val="bg1"/>
                </a:solidFill>
              </a:rPr>
              <a:t>Aurelio, las diapositivas están en la carpeta. </a:t>
            </a:r>
            <a:endParaRPr lang="es-MX" dirty="0">
              <a:solidFill>
                <a:schemeClr val="bg1"/>
              </a:solidFill>
            </a:endParaRPr>
          </a:p>
        </p:txBody>
      </p:sp>
    </p:spTree>
    <p:extLst>
      <p:ext uri="{BB962C8B-B14F-4D97-AF65-F5344CB8AC3E}">
        <p14:creationId xmlns:p14="http://schemas.microsoft.com/office/powerpoint/2010/main" val="2791925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3355975" y="3597650"/>
            <a:ext cx="5545613" cy="4893647"/>
          </a:xfrm>
          <a:prstGeom prst="rect">
            <a:avLst/>
          </a:prstGeom>
        </p:spPr>
        <p:txBody>
          <a:bodyPr wrap="square">
            <a:spAutoFit/>
          </a:bodyPr>
          <a:lstStyle/>
          <a:p>
            <a:pPr algn="just"/>
            <a:r>
              <a:rPr lang="es-MX" sz="2400" dirty="0">
                <a:latin typeface="Arial" panose="020B0604020202020204" pitchFamily="34" charset="0"/>
                <a:ea typeface="Arial" panose="020B0604020202020204" pitchFamily="34" charset="0"/>
                <a:cs typeface="Arial" panose="020B0604020202020204" pitchFamily="34" charset="0"/>
              </a:rPr>
              <a:t>En este periodo se diversifican los estilos musicales y de composición. Algunos compositores plasman en </a:t>
            </a:r>
            <a:r>
              <a:rPr lang="es-MX" sz="2400" dirty="0" smtClean="0">
                <a:latin typeface="Arial" panose="020B0604020202020204" pitchFamily="34" charset="0"/>
                <a:ea typeface="Arial" panose="020B0604020202020204" pitchFamily="34" charset="0"/>
                <a:cs typeface="Arial" panose="020B0604020202020204" pitchFamily="34" charset="0"/>
              </a:rPr>
              <a:t>sus </a:t>
            </a:r>
            <a:r>
              <a:rPr lang="es-MX" sz="2400" dirty="0">
                <a:latin typeface="Arial" panose="020B0604020202020204" pitchFamily="34" charset="0"/>
                <a:ea typeface="Arial" panose="020B0604020202020204" pitchFamily="34" charset="0"/>
                <a:cs typeface="Arial" panose="020B0604020202020204" pitchFamily="34" charset="0"/>
              </a:rPr>
              <a:t>obras </a:t>
            </a:r>
            <a:r>
              <a:rPr lang="es-MX" sz="2400" dirty="0" smtClean="0">
                <a:latin typeface="Arial" panose="020B0604020202020204" pitchFamily="34" charset="0"/>
                <a:ea typeface="Arial" panose="020B0604020202020204" pitchFamily="34" charset="0"/>
                <a:cs typeface="Arial" panose="020B0604020202020204" pitchFamily="34" charset="0"/>
              </a:rPr>
              <a:t>un poco de </a:t>
            </a:r>
            <a:r>
              <a:rPr lang="es-MX" sz="2400" dirty="0">
                <a:latin typeface="Arial" panose="020B0604020202020204" pitchFamily="34" charset="0"/>
                <a:ea typeface="Arial" panose="020B0604020202020204" pitchFamily="34" charset="0"/>
                <a:cs typeface="Arial" panose="020B0604020202020204" pitchFamily="34" charset="0"/>
              </a:rPr>
              <a:t>la mentalidad filosófica de la época. O</a:t>
            </a:r>
            <a:r>
              <a:rPr lang="es-MX" sz="2400" dirty="0" smtClean="0">
                <a:latin typeface="Arial" panose="020B0604020202020204" pitchFamily="34" charset="0"/>
                <a:ea typeface="Arial" panose="020B0604020202020204" pitchFamily="34" charset="0"/>
                <a:cs typeface="Arial" panose="020B0604020202020204" pitchFamily="34" charset="0"/>
              </a:rPr>
              <a:t>tros </a:t>
            </a:r>
            <a:r>
              <a:rPr lang="es-MX" sz="2400" dirty="0">
                <a:latin typeface="Arial" panose="020B0604020202020204" pitchFamily="34" charset="0"/>
                <a:ea typeface="Arial" panose="020B0604020202020204" pitchFamily="34" charset="0"/>
                <a:cs typeface="Arial" panose="020B0604020202020204" pitchFamily="34" charset="0"/>
              </a:rPr>
              <a:t>conservan su carácter puramente musical. La mayoría de los compositores románticos tienen obras de muchos géneros musicales. Pero las que más destacaron en popularidad en este periodo fueron las </a:t>
            </a:r>
            <a:r>
              <a:rPr lang="es-MX" sz="2400" dirty="0" smtClean="0">
                <a:latin typeface="Arial" panose="020B0604020202020204" pitchFamily="34" charset="0"/>
                <a:ea typeface="Arial" panose="020B0604020202020204" pitchFamily="34" charset="0"/>
                <a:cs typeface="Arial" panose="020B0604020202020204" pitchFamily="34" charset="0"/>
              </a:rPr>
              <a:t>óperas</a:t>
            </a:r>
            <a:r>
              <a:rPr lang="es-MX" sz="2400" dirty="0">
                <a:latin typeface="Arial" panose="020B0604020202020204" pitchFamily="34" charset="0"/>
                <a:ea typeface="Arial" panose="020B0604020202020204" pitchFamily="34" charset="0"/>
                <a:cs typeface="Arial" panose="020B0604020202020204" pitchFamily="34" charset="0"/>
              </a:rPr>
              <a:t>. Más adelante dedicamos un espacio para este </a:t>
            </a:r>
            <a:r>
              <a:rPr lang="es-MX" sz="2400" dirty="0" smtClean="0">
                <a:latin typeface="Arial" panose="020B0604020202020204" pitchFamily="34" charset="0"/>
                <a:ea typeface="Arial" panose="020B0604020202020204" pitchFamily="34" charset="0"/>
                <a:cs typeface="Arial" panose="020B0604020202020204" pitchFamily="34" charset="0"/>
              </a:rPr>
              <a:t>género.</a:t>
            </a:r>
            <a:endParaRPr lang="es-MX" sz="2400" dirty="0"/>
          </a:p>
        </p:txBody>
      </p:sp>
      <p:sp>
        <p:nvSpPr>
          <p:cNvPr id="6" name="Rectángulo 5"/>
          <p:cNvSpPr/>
          <p:nvPr/>
        </p:nvSpPr>
        <p:spPr>
          <a:xfrm>
            <a:off x="10917075" y="3618090"/>
            <a:ext cx="5549742" cy="6740307"/>
          </a:xfrm>
          <a:prstGeom prst="rect">
            <a:avLst/>
          </a:prstGeom>
        </p:spPr>
        <p:txBody>
          <a:bodyPr wrap="square">
            <a:spAutoFit/>
          </a:bodyPr>
          <a:lstStyle/>
          <a:p>
            <a:pPr algn="just"/>
            <a:r>
              <a:rPr lang="es-MX" sz="2400" dirty="0">
                <a:latin typeface="Arial" panose="020B0604020202020204" pitchFamily="34" charset="0"/>
                <a:cs typeface="Arial" panose="020B0604020202020204" pitchFamily="34" charset="0"/>
              </a:rPr>
              <a:t>El periodo del romanticismo se caracterizó por </a:t>
            </a:r>
            <a:r>
              <a:rPr lang="es-MX" sz="2400" dirty="0" smtClean="0">
                <a:latin typeface="Arial" panose="020B0604020202020204" pitchFamily="34" charset="0"/>
                <a:cs typeface="Arial" panose="020B0604020202020204" pitchFamily="34" charset="0"/>
              </a:rPr>
              <a:t>el surgimiento de compositores </a:t>
            </a:r>
            <a:r>
              <a:rPr lang="es-MX" sz="2400" dirty="0">
                <a:latin typeface="Arial" panose="020B0604020202020204" pitchFamily="34" charset="0"/>
                <a:cs typeface="Arial" panose="020B0604020202020204" pitchFamily="34" charset="0"/>
              </a:rPr>
              <a:t>como Tchaikovski, Brahms o Verdi, así como del desarrollo de nuevos estilos de composición. </a:t>
            </a:r>
          </a:p>
          <a:p>
            <a:pPr algn="just"/>
            <a:endParaRPr lang="es-MX" sz="2400" dirty="0">
              <a:latin typeface="Arial" panose="020B0604020202020204" pitchFamily="34" charset="0"/>
              <a:cs typeface="Arial" panose="020B0604020202020204" pitchFamily="34" charset="0"/>
            </a:endParaRPr>
          </a:p>
          <a:p>
            <a:pPr algn="just"/>
            <a:r>
              <a:rPr lang="es-MX" sz="2400" dirty="0">
                <a:latin typeface="Arial" panose="020B0604020202020204" pitchFamily="34" charset="0"/>
                <a:cs typeface="Arial" panose="020B0604020202020204" pitchFamily="34" charset="0"/>
              </a:rPr>
              <a:t>Ahora bien, conocer la música de esta época </a:t>
            </a:r>
            <a:r>
              <a:rPr lang="es-MX" sz="2400" dirty="0" smtClean="0">
                <a:latin typeface="Arial" panose="020B0604020202020204" pitchFamily="34" charset="0"/>
                <a:cs typeface="Arial" panose="020B0604020202020204" pitchFamily="34" charset="0"/>
              </a:rPr>
              <a:t>le ayudará </a:t>
            </a:r>
            <a:r>
              <a:rPr lang="es-MX" sz="2400" dirty="0">
                <a:latin typeface="Arial" panose="020B0604020202020204" pitchFamily="34" charset="0"/>
                <a:cs typeface="Arial" panose="020B0604020202020204" pitchFamily="34" charset="0"/>
              </a:rPr>
              <a:t>a diferenciarla </a:t>
            </a:r>
            <a:r>
              <a:rPr lang="es-MX" sz="2400" dirty="0" smtClean="0">
                <a:latin typeface="Arial" panose="020B0604020202020204" pitchFamily="34" charset="0"/>
                <a:cs typeface="Arial" panose="020B0604020202020204" pitchFamily="34" charset="0"/>
              </a:rPr>
              <a:t>de la </a:t>
            </a:r>
            <a:r>
              <a:rPr lang="es-MX" sz="2400" dirty="0">
                <a:latin typeface="Arial" panose="020B0604020202020204" pitchFamily="34" charset="0"/>
                <a:cs typeface="Arial" panose="020B0604020202020204" pitchFamily="34" charset="0"/>
              </a:rPr>
              <a:t>que corresponde al periodo clásico y </a:t>
            </a:r>
            <a:r>
              <a:rPr lang="es-MX" sz="2400" dirty="0" smtClean="0">
                <a:latin typeface="Arial" panose="020B0604020202020204" pitchFamily="34" charset="0"/>
                <a:cs typeface="Arial" panose="020B0604020202020204" pitchFamily="34" charset="0"/>
              </a:rPr>
              <a:t>a distinguir </a:t>
            </a:r>
            <a:r>
              <a:rPr lang="es-MX" sz="2400" dirty="0">
                <a:latin typeface="Arial" panose="020B0604020202020204" pitchFamily="34" charset="0"/>
                <a:cs typeface="Arial" panose="020B0604020202020204" pitchFamily="34" charset="0"/>
              </a:rPr>
              <a:t>algunos rasgos estilísticos de la música de los compositores románticos y su entorno. Por ello es importante mantener una actitud receptiva, crítica, </a:t>
            </a:r>
            <a:r>
              <a:rPr lang="es-MX" sz="2400" dirty="0" smtClean="0">
                <a:latin typeface="Arial" panose="020B0604020202020204" pitchFamily="34" charset="0"/>
                <a:cs typeface="Arial" panose="020B0604020202020204" pitchFamily="34" charset="0"/>
              </a:rPr>
              <a:t>participativa </a:t>
            </a:r>
            <a:r>
              <a:rPr lang="es-MX" sz="2400" dirty="0">
                <a:latin typeface="Arial" panose="020B0604020202020204" pitchFamily="34" charset="0"/>
                <a:cs typeface="Arial" panose="020B0604020202020204" pitchFamily="34" charset="0"/>
              </a:rPr>
              <a:t>y de socialización, como parte de su formación integral como miembro profesional en la sociedad.</a:t>
            </a:r>
          </a:p>
        </p:txBody>
      </p:sp>
      <p:sp>
        <p:nvSpPr>
          <p:cNvPr id="7" name="CuadroTexto 6"/>
          <p:cNvSpPr txBox="1"/>
          <p:nvPr/>
        </p:nvSpPr>
        <p:spPr>
          <a:xfrm>
            <a:off x="3870960" y="2560320"/>
            <a:ext cx="2257821" cy="589520"/>
          </a:xfrm>
          <a:prstGeom prst="rect">
            <a:avLst/>
          </a:prstGeom>
          <a:noFill/>
        </p:spPr>
        <p:txBody>
          <a:bodyPr wrap="square" rtlCol="0">
            <a:spAutoFit/>
          </a:bodyPr>
          <a:lstStyle/>
          <a:p>
            <a:r>
              <a:rPr lang="es-MX" dirty="0">
                <a:solidFill>
                  <a:srgbClr val="FF0000"/>
                </a:solidFill>
              </a:rPr>
              <a:t>VENTANA 1</a:t>
            </a:r>
          </a:p>
        </p:txBody>
      </p:sp>
      <p:sp>
        <p:nvSpPr>
          <p:cNvPr id="10" name="CuadroTexto 9"/>
          <p:cNvSpPr txBox="1"/>
          <p:nvPr/>
        </p:nvSpPr>
        <p:spPr>
          <a:xfrm>
            <a:off x="12563035" y="2560320"/>
            <a:ext cx="2257821" cy="589520"/>
          </a:xfrm>
          <a:prstGeom prst="rect">
            <a:avLst/>
          </a:prstGeom>
          <a:noFill/>
        </p:spPr>
        <p:txBody>
          <a:bodyPr wrap="square" rtlCol="0">
            <a:spAutoFit/>
          </a:bodyPr>
          <a:lstStyle/>
          <a:p>
            <a:r>
              <a:rPr lang="es-MX" dirty="0">
                <a:solidFill>
                  <a:srgbClr val="FF0000"/>
                </a:solidFill>
              </a:rPr>
              <a:t>VENTANA </a:t>
            </a:r>
            <a:r>
              <a:rPr lang="es-MX" dirty="0" smtClean="0">
                <a:solidFill>
                  <a:srgbClr val="FF0000"/>
                </a:solidFill>
              </a:rPr>
              <a:t>2</a:t>
            </a:r>
            <a:endParaRPr lang="es-MX" dirty="0">
              <a:solidFill>
                <a:srgbClr val="FF0000"/>
              </a:solidFill>
            </a:endParaRPr>
          </a:p>
        </p:txBody>
      </p:sp>
    </p:spTree>
    <p:extLst>
      <p:ext uri="{BB962C8B-B14F-4D97-AF65-F5344CB8AC3E}">
        <p14:creationId xmlns:p14="http://schemas.microsoft.com/office/powerpoint/2010/main" val="3200099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xmlns="" id="{CFF7CC1A-98AC-4C36-8F56-523E2D69DD8C}"/>
              </a:ext>
            </a:extLst>
          </p:cNvPr>
          <p:cNvSpPr/>
          <p:nvPr/>
        </p:nvSpPr>
        <p:spPr>
          <a:xfrm>
            <a:off x="955152" y="269877"/>
            <a:ext cx="17922240" cy="163267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endParaRPr lang="es-MX" sz="2400" b="1" dirty="0">
              <a:latin typeface="Arial" panose="020B0604020202020204" pitchFamily="34" charset="0"/>
              <a:cs typeface="Arial" panose="020B0604020202020204" pitchFamily="34" charset="0"/>
            </a:endParaRPr>
          </a:p>
          <a:p>
            <a:pPr algn="just"/>
            <a:r>
              <a:rPr lang="es-MX" sz="2400" b="1" dirty="0">
                <a:latin typeface="Arial" panose="020B0604020202020204" pitchFamily="34" charset="0"/>
                <a:cs typeface="Arial" panose="020B0604020202020204" pitchFamily="34" charset="0"/>
              </a:rPr>
              <a:t>2.3 Música del impresionismo o estilo impresionista</a:t>
            </a:r>
          </a:p>
          <a:p>
            <a:pPr algn="just"/>
            <a:endParaRPr lang="es-MX" sz="2400" b="1"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p:txBody>
      </p:sp>
      <p:sp>
        <p:nvSpPr>
          <p:cNvPr id="8" name="Rectángulo 7"/>
          <p:cNvSpPr/>
          <p:nvPr/>
        </p:nvSpPr>
        <p:spPr>
          <a:xfrm>
            <a:off x="899160" y="12352777"/>
            <a:ext cx="17518380" cy="2739211"/>
          </a:xfrm>
          <a:prstGeom prst="rect">
            <a:avLst/>
          </a:prstGeom>
        </p:spPr>
        <p:txBody>
          <a:bodyPr wrap="square">
            <a:spAutoFit/>
          </a:bodyPr>
          <a:lstStyle/>
          <a:p>
            <a:pPr algn="ctr"/>
            <a:r>
              <a:rPr lang="es-MX" sz="2400" b="1" dirty="0">
                <a:solidFill>
                  <a:srgbClr val="FF0000"/>
                </a:solidFill>
                <a:latin typeface="Arial" panose="020B0604020202020204" pitchFamily="34" charset="0"/>
                <a:cs typeface="Arial" panose="020B0604020202020204" pitchFamily="34" charset="0"/>
              </a:rPr>
              <a:t>Aquí deben ir diapositivas del periodo clásico.</a:t>
            </a:r>
          </a:p>
          <a:p>
            <a:pPr algn="just"/>
            <a:endParaRPr lang="es-MX" sz="2400" dirty="0">
              <a:solidFill>
                <a:schemeClr val="dk1"/>
              </a:solidFill>
              <a:highlight>
                <a:srgbClr val="FF9999"/>
              </a:highlight>
              <a:latin typeface="Arial" panose="020B0604020202020204" pitchFamily="34" charset="0"/>
              <a:cs typeface="Arial" panose="020B0604020202020204" pitchFamily="34" charset="0"/>
            </a:endParaRPr>
          </a:p>
          <a:p>
            <a:pPr algn="just"/>
            <a:r>
              <a:rPr lang="es-MX" sz="2400" dirty="0">
                <a:solidFill>
                  <a:schemeClr val="dk1"/>
                </a:solidFill>
                <a:highlight>
                  <a:srgbClr val="FF9999"/>
                </a:highlight>
                <a:latin typeface="Arial" panose="020B0604020202020204" pitchFamily="34" charset="0"/>
                <a:cs typeface="Arial" panose="020B0604020202020204" pitchFamily="34" charset="0"/>
              </a:rPr>
              <a:t>Para escuchar estas canciones, debe ingresar a la biblioteca digital </a:t>
            </a:r>
            <a:r>
              <a:rPr lang="es-MX" sz="2400" dirty="0" err="1">
                <a:solidFill>
                  <a:schemeClr val="dk1"/>
                </a:solidFill>
                <a:highlight>
                  <a:srgbClr val="FF9999"/>
                </a:highlight>
                <a:latin typeface="Arial" panose="020B0604020202020204" pitchFamily="34" charset="0"/>
                <a:cs typeface="Arial" panose="020B0604020202020204" pitchFamily="34" charset="0"/>
              </a:rPr>
              <a:t>Naxos</a:t>
            </a:r>
            <a:r>
              <a:rPr lang="es-MX" sz="2400" dirty="0">
                <a:solidFill>
                  <a:schemeClr val="dk1"/>
                </a:solidFill>
                <a:highlight>
                  <a:srgbClr val="FF9999"/>
                </a:highlight>
                <a:latin typeface="Arial" panose="020B0604020202020204" pitchFamily="34" charset="0"/>
                <a:cs typeface="Arial" panose="020B0604020202020204" pitchFamily="34" charset="0"/>
              </a:rPr>
              <a:t> </a:t>
            </a:r>
            <a:r>
              <a:rPr lang="es-MX" sz="2400" dirty="0" err="1">
                <a:solidFill>
                  <a:schemeClr val="dk1"/>
                </a:solidFill>
                <a:highlight>
                  <a:srgbClr val="FF9999"/>
                </a:highlight>
                <a:latin typeface="Arial" panose="020B0604020202020204" pitchFamily="34" charset="0"/>
                <a:cs typeface="Arial" panose="020B0604020202020204" pitchFamily="34" charset="0"/>
              </a:rPr>
              <a:t>Music</a:t>
            </a:r>
            <a:r>
              <a:rPr lang="es-MX" sz="2400" dirty="0">
                <a:solidFill>
                  <a:schemeClr val="dk1"/>
                </a:solidFill>
                <a:highlight>
                  <a:srgbClr val="FF9999"/>
                </a:highlight>
                <a:latin typeface="Arial" panose="020B0604020202020204" pitchFamily="34" charset="0"/>
                <a:cs typeface="Arial" panose="020B0604020202020204" pitchFamily="34" charset="0"/>
              </a:rPr>
              <a:t> Library. Para ello, consulte las instrucciones en el siguiente documento. </a:t>
            </a:r>
            <a:r>
              <a:rPr lang="es-MX" sz="2400" b="1" dirty="0">
                <a:solidFill>
                  <a:schemeClr val="dk1"/>
                </a:solidFill>
                <a:highlight>
                  <a:srgbClr val="FFFF00"/>
                </a:highlight>
                <a:latin typeface="Arial" panose="020B0604020202020204" pitchFamily="34" charset="0"/>
                <a:cs typeface="Arial" panose="020B0604020202020204" pitchFamily="34" charset="0"/>
              </a:rPr>
              <a:t>AQUÍ DEBE IR NOMBRE DEL DOCUMENTO CON HIPERVÍCULO</a:t>
            </a:r>
          </a:p>
          <a:p>
            <a:pPr fontAlgn="base"/>
            <a:endParaRPr lang="es-MX" sz="2400" dirty="0">
              <a:highlight>
                <a:srgbClr val="00FFFF"/>
              </a:highlight>
              <a:latin typeface="Arial" panose="020B0604020202020204" pitchFamily="34" charset="0"/>
              <a:cs typeface="Arial" panose="020B0604020202020204" pitchFamily="34" charset="0"/>
            </a:endParaRPr>
          </a:p>
          <a:p>
            <a:pPr algn="ctr"/>
            <a:r>
              <a:rPr lang="es-MX" sz="2400" b="1" dirty="0">
                <a:solidFill>
                  <a:srgbClr val="FF0000"/>
                </a:solidFill>
                <a:latin typeface="Arial" panose="020B0604020202020204" pitchFamily="34" charset="0"/>
                <a:cs typeface="Arial" panose="020B0604020202020204" pitchFamily="34" charset="0"/>
              </a:rPr>
              <a:t>Aquí debe ir catálogo de canciones del impresionismo</a:t>
            </a:r>
          </a:p>
          <a:p>
            <a:pPr algn="ctr"/>
            <a:r>
              <a:rPr lang="es-MX" sz="2400" b="1" dirty="0">
                <a:solidFill>
                  <a:srgbClr val="FF0000"/>
                </a:solidFill>
                <a:latin typeface="Arial" panose="020B0604020202020204" pitchFamily="34" charset="0"/>
                <a:cs typeface="Arial" panose="020B0604020202020204" pitchFamily="34" charset="0"/>
              </a:rPr>
              <a:t>Información en diapositiva </a:t>
            </a:r>
            <a:r>
              <a:rPr lang="es-MX" sz="2400" b="1" dirty="0" smtClean="0">
                <a:solidFill>
                  <a:srgbClr val="FF0000"/>
                </a:solidFill>
                <a:latin typeface="Arial" panose="020B0604020202020204" pitchFamily="34" charset="0"/>
                <a:cs typeface="Arial" panose="020B0604020202020204" pitchFamily="34" charset="0"/>
              </a:rPr>
              <a:t>19</a:t>
            </a:r>
            <a:endParaRPr lang="es-MX" sz="2400" b="1" dirty="0">
              <a:solidFill>
                <a:srgbClr val="FF0000"/>
              </a:solidFill>
              <a:latin typeface="Arial" panose="020B0604020202020204" pitchFamily="34" charset="0"/>
              <a:cs typeface="Arial" panose="020B0604020202020204" pitchFamily="34" charset="0"/>
            </a:endParaRPr>
          </a:p>
        </p:txBody>
      </p:sp>
      <p:sp>
        <p:nvSpPr>
          <p:cNvPr id="9" name="Rectángulo 8"/>
          <p:cNvSpPr/>
          <p:nvPr/>
        </p:nvSpPr>
        <p:spPr>
          <a:xfrm>
            <a:off x="1220210" y="1008068"/>
            <a:ext cx="14139183" cy="74981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endParaRPr lang="es-MX" sz="2800" dirty="0">
              <a:latin typeface="Arial" panose="020B0604020202020204" pitchFamily="34" charset="0"/>
              <a:cs typeface="Arial" panose="020B0604020202020204" pitchFamily="34" charset="0"/>
            </a:endParaRPr>
          </a:p>
          <a:p>
            <a:r>
              <a:rPr lang="es-MX" sz="2800" dirty="0" smtClean="0">
                <a:solidFill>
                  <a:srgbClr val="FF0000"/>
                </a:solidFill>
                <a:latin typeface="Arial" panose="020B0604020202020204" pitchFamily="34" charset="0"/>
                <a:cs typeface="Arial" panose="020B0604020202020204" pitchFamily="34" charset="0"/>
              </a:rPr>
              <a:t>          </a:t>
            </a:r>
            <a:r>
              <a:rPr lang="es-MX" sz="2400" dirty="0" smtClean="0">
                <a:solidFill>
                  <a:schemeClr val="tx1"/>
                </a:solidFill>
                <a:latin typeface="Arial" panose="020B0604020202020204" pitchFamily="34" charset="0"/>
                <a:cs typeface="Arial" panose="020B0604020202020204" pitchFamily="34" charset="0"/>
              </a:rPr>
              <a:t>Para </a:t>
            </a:r>
            <a:r>
              <a:rPr lang="es-MX" sz="2400" dirty="0">
                <a:solidFill>
                  <a:schemeClr val="tx1"/>
                </a:solidFill>
                <a:latin typeface="Arial" panose="020B0604020202020204" pitchFamily="34" charset="0"/>
                <a:cs typeface="Arial" panose="020B0604020202020204" pitchFamily="34" charset="0"/>
              </a:rPr>
              <a:t>conocer toda la informaci</a:t>
            </a:r>
            <a:r>
              <a:rPr lang="es-ES" sz="2400" dirty="0" err="1">
                <a:solidFill>
                  <a:schemeClr val="tx1"/>
                </a:solidFill>
                <a:latin typeface="Arial" panose="020B0604020202020204" pitchFamily="34" charset="0"/>
                <a:cs typeface="Arial" panose="020B0604020202020204" pitchFamily="34" charset="0"/>
              </a:rPr>
              <a:t>ón</a:t>
            </a:r>
            <a:r>
              <a:rPr lang="es-ES" sz="2400" dirty="0">
                <a:solidFill>
                  <a:schemeClr val="tx1"/>
                </a:solidFill>
                <a:latin typeface="Arial" panose="020B0604020202020204" pitchFamily="34" charset="0"/>
                <a:cs typeface="Arial" panose="020B0604020202020204" pitchFamily="34" charset="0"/>
              </a:rPr>
              <a:t>, haga clic en </a:t>
            </a:r>
            <a:r>
              <a:rPr lang="es-ES" sz="2400" dirty="0" smtClean="0">
                <a:solidFill>
                  <a:schemeClr val="tx1"/>
                </a:solidFill>
                <a:latin typeface="Arial" panose="020B0604020202020204" pitchFamily="34" charset="0"/>
                <a:cs typeface="Arial" panose="020B0604020202020204" pitchFamily="34" charset="0"/>
              </a:rPr>
              <a:t>las flechas.</a:t>
            </a:r>
            <a:endParaRPr lang="es-MX" sz="2400" dirty="0">
              <a:solidFill>
                <a:schemeClr val="tx1"/>
              </a:solidFill>
              <a:latin typeface="Arial" panose="020B0604020202020204" pitchFamily="34" charset="0"/>
              <a:cs typeface="Arial" panose="020B0604020202020204" pitchFamily="34" charset="0"/>
            </a:endParaRPr>
          </a:p>
        </p:txBody>
      </p:sp>
      <p:pic>
        <p:nvPicPr>
          <p:cNvPr id="11" name="Imagen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6028" y="1295604"/>
            <a:ext cx="664720" cy="664720"/>
          </a:xfrm>
          <a:prstGeom prst="rect">
            <a:avLst/>
          </a:prstGeom>
        </p:spPr>
      </p:pic>
      <p:graphicFrame>
        <p:nvGraphicFramePr>
          <p:cNvPr id="12" name="Tabla 11"/>
          <p:cNvGraphicFramePr>
            <a:graphicFrameLocks noGrp="1"/>
          </p:cNvGraphicFramePr>
          <p:nvPr>
            <p:extLst>
              <p:ext uri="{D42A27DB-BD31-4B8C-83A1-F6EECF244321}">
                <p14:modId xmlns:p14="http://schemas.microsoft.com/office/powerpoint/2010/main" val="3224110920"/>
              </p:ext>
            </p:extLst>
          </p:nvPr>
        </p:nvGraphicFramePr>
        <p:xfrm>
          <a:off x="2220072" y="2454073"/>
          <a:ext cx="15579500" cy="8550497"/>
        </p:xfrm>
        <a:graphic>
          <a:graphicData uri="http://schemas.openxmlformats.org/drawingml/2006/table">
            <a:tbl>
              <a:tblPr firstRow="1" bandRow="1">
                <a:tableStyleId>{5C22544A-7EE6-4342-B048-85BDC9FD1C3A}</a:tableStyleId>
              </a:tblPr>
              <a:tblGrid>
                <a:gridCol w="7789750"/>
                <a:gridCol w="7789750"/>
              </a:tblGrid>
              <a:tr h="8550497">
                <a:tc>
                  <a:txBody>
                    <a:bodyPr/>
                    <a:lstStyle/>
                    <a:p>
                      <a:endParaRPr lang="es-MX" dirty="0"/>
                    </a:p>
                  </a:txBody>
                  <a:tcPr>
                    <a:solidFill>
                      <a:srgbClr val="002060"/>
                    </a:solidFill>
                  </a:tcPr>
                </a:tc>
                <a:tc>
                  <a:txBody>
                    <a:bodyPr/>
                    <a:lstStyle/>
                    <a:p>
                      <a:endParaRPr lang="es-MX" dirty="0"/>
                    </a:p>
                  </a:txBody>
                  <a:tcPr>
                    <a:solidFill>
                      <a:srgbClr val="7D7DFF"/>
                    </a:solidFill>
                  </a:tcPr>
                </a:tc>
              </a:tr>
            </a:tbl>
          </a:graphicData>
        </a:graphic>
      </p:graphicFrame>
      <p:sp>
        <p:nvSpPr>
          <p:cNvPr id="18" name="Rectángulo 17"/>
          <p:cNvSpPr/>
          <p:nvPr/>
        </p:nvSpPr>
        <p:spPr>
          <a:xfrm>
            <a:off x="10835879" y="3027538"/>
            <a:ext cx="6342088" cy="648450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solidFill>
                  <a:srgbClr val="FF0000"/>
                </a:solidFill>
              </a:rPr>
              <a:t>FOTO</a:t>
            </a:r>
            <a:endParaRPr lang="es-MX" dirty="0">
              <a:solidFill>
                <a:srgbClr val="FF0000"/>
              </a:solidFill>
            </a:endParaRPr>
          </a:p>
        </p:txBody>
      </p:sp>
      <p:sp>
        <p:nvSpPr>
          <p:cNvPr id="13" name="Flecha derecha 12"/>
          <p:cNvSpPr/>
          <p:nvPr/>
        </p:nvSpPr>
        <p:spPr>
          <a:xfrm>
            <a:off x="10195033" y="2872855"/>
            <a:ext cx="978408" cy="484632"/>
          </a:xfrm>
          <a:prstGeom prst="rightArrow">
            <a:avLst/>
          </a:prstGeom>
          <a:solidFill>
            <a:srgbClr val="00CC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p:cNvSpPr/>
          <p:nvPr/>
        </p:nvSpPr>
        <p:spPr>
          <a:xfrm>
            <a:off x="2955844" y="3055092"/>
            <a:ext cx="6342088" cy="648450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solidFill>
                  <a:srgbClr val="FF0000"/>
                </a:solidFill>
              </a:rPr>
              <a:t>FOTO</a:t>
            </a:r>
            <a:endParaRPr lang="es-MX" dirty="0">
              <a:solidFill>
                <a:srgbClr val="FF0000"/>
              </a:solidFill>
            </a:endParaRPr>
          </a:p>
        </p:txBody>
      </p:sp>
      <p:sp>
        <p:nvSpPr>
          <p:cNvPr id="15" name="Flecha derecha 14"/>
          <p:cNvSpPr/>
          <p:nvPr/>
        </p:nvSpPr>
        <p:spPr>
          <a:xfrm rot="10800000">
            <a:off x="8289802" y="2872855"/>
            <a:ext cx="978408" cy="484632"/>
          </a:xfrm>
          <a:prstGeom prst="rightArrow">
            <a:avLst/>
          </a:prstGeom>
          <a:solidFill>
            <a:srgbClr val="00CC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16"/>
          <p:cNvSpPr/>
          <p:nvPr/>
        </p:nvSpPr>
        <p:spPr>
          <a:xfrm>
            <a:off x="2827539" y="9915366"/>
            <a:ext cx="6093336" cy="830997"/>
          </a:xfrm>
          <a:prstGeom prst="rect">
            <a:avLst/>
          </a:prstGeom>
        </p:spPr>
        <p:txBody>
          <a:bodyPr wrap="none">
            <a:spAutoFit/>
          </a:bodyPr>
          <a:lstStyle/>
          <a:p>
            <a:pPr algn="ctr"/>
            <a:r>
              <a:rPr lang="es-MX" sz="2400" dirty="0">
                <a:solidFill>
                  <a:schemeClr val="bg1"/>
                </a:solidFill>
                <a:latin typeface="Arial" panose="020B0604020202020204" pitchFamily="34" charset="0"/>
              </a:rPr>
              <a:t>Claude Debussy</a:t>
            </a:r>
          </a:p>
          <a:p>
            <a:pPr algn="ctr"/>
            <a:r>
              <a:rPr lang="es-MX" sz="2400" dirty="0" smtClean="0">
                <a:solidFill>
                  <a:schemeClr val="bg1"/>
                </a:solidFill>
                <a:latin typeface="Arial" panose="020B0604020202020204" pitchFamily="34" charset="0"/>
              </a:rPr>
              <a:t>Compositor de la época del impresionismo.</a:t>
            </a:r>
            <a:endParaRPr lang="es-MX" sz="2400" dirty="0">
              <a:solidFill>
                <a:schemeClr val="bg1"/>
              </a:solidFill>
            </a:endParaRPr>
          </a:p>
        </p:txBody>
      </p:sp>
      <p:sp>
        <p:nvSpPr>
          <p:cNvPr id="19" name="Rectángulo 18"/>
          <p:cNvSpPr/>
          <p:nvPr/>
        </p:nvSpPr>
        <p:spPr>
          <a:xfrm>
            <a:off x="10686000" y="9833292"/>
            <a:ext cx="6195928" cy="830997"/>
          </a:xfrm>
          <a:prstGeom prst="rect">
            <a:avLst/>
          </a:prstGeom>
        </p:spPr>
        <p:txBody>
          <a:bodyPr wrap="none">
            <a:spAutoFit/>
          </a:bodyPr>
          <a:lstStyle/>
          <a:p>
            <a:pPr algn="ctr"/>
            <a:r>
              <a:rPr lang="es-MX" sz="2400" dirty="0" err="1">
                <a:latin typeface="Arial" panose="020B0604020202020204" pitchFamily="34" charset="0"/>
              </a:rPr>
              <a:t>Aaron</a:t>
            </a:r>
            <a:r>
              <a:rPr lang="es-MX" sz="2400" dirty="0">
                <a:latin typeface="Arial" panose="020B0604020202020204" pitchFamily="34" charset="0"/>
              </a:rPr>
              <a:t> </a:t>
            </a:r>
            <a:r>
              <a:rPr lang="es-MX" sz="2400" dirty="0" err="1">
                <a:latin typeface="Arial" panose="020B0604020202020204" pitchFamily="34" charset="0"/>
              </a:rPr>
              <a:t>Copland</a:t>
            </a:r>
            <a:endParaRPr lang="es-MX" sz="2400" dirty="0">
              <a:latin typeface="Arial" panose="020B0604020202020204" pitchFamily="34" charset="0"/>
            </a:endParaRPr>
          </a:p>
          <a:p>
            <a:pPr algn="ctr"/>
            <a:r>
              <a:rPr lang="es-MX" sz="2400" dirty="0" smtClean="0">
                <a:latin typeface="Arial" panose="020B0604020202020204" pitchFamily="34" charset="0"/>
              </a:rPr>
              <a:t>Compositor de la época del impresionismo.</a:t>
            </a:r>
            <a:endParaRPr lang="es-MX" sz="2400" dirty="0"/>
          </a:p>
        </p:txBody>
      </p:sp>
      <p:sp>
        <p:nvSpPr>
          <p:cNvPr id="16" name="CuadroTexto 15"/>
          <p:cNvSpPr txBox="1"/>
          <p:nvPr/>
        </p:nvSpPr>
        <p:spPr>
          <a:xfrm>
            <a:off x="18013680" y="2872855"/>
            <a:ext cx="3474720" cy="1583895"/>
          </a:xfrm>
          <a:prstGeom prst="rect">
            <a:avLst/>
          </a:prstGeom>
          <a:solidFill>
            <a:srgbClr val="FFFF00"/>
          </a:solidFill>
        </p:spPr>
        <p:txBody>
          <a:bodyPr wrap="square" rtlCol="0">
            <a:spAutoFit/>
          </a:bodyPr>
          <a:lstStyle/>
          <a:p>
            <a:r>
              <a:rPr lang="es-MX" dirty="0" smtClean="0"/>
              <a:t>Información para cada ventana en la diapositiva 8.</a:t>
            </a:r>
            <a:endParaRPr lang="es-MX" dirty="0"/>
          </a:p>
        </p:txBody>
      </p:sp>
      <p:sp>
        <p:nvSpPr>
          <p:cNvPr id="20" name="Rectángulo 19"/>
          <p:cNvSpPr/>
          <p:nvPr/>
        </p:nvSpPr>
        <p:spPr>
          <a:xfrm>
            <a:off x="14522452" y="14271429"/>
            <a:ext cx="4354940" cy="151800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2400" dirty="0" smtClean="0">
                <a:solidFill>
                  <a:schemeClr val="bg1"/>
                </a:solidFill>
                <a:latin typeface="Arial" panose="020B0604020202020204" pitchFamily="34" charset="0"/>
                <a:cs typeface="Arial" panose="020B0604020202020204" pitchFamily="34" charset="0"/>
              </a:rPr>
              <a:t>Aurelio, usar el mismo formato de catálogo que usaste en el módulo 1 para presentar esta música. </a:t>
            </a:r>
            <a:endParaRPr lang="es-MX" sz="2400" dirty="0">
              <a:solidFill>
                <a:schemeClr val="bg1"/>
              </a:solidFill>
              <a:latin typeface="Arial" panose="020B0604020202020204" pitchFamily="34" charset="0"/>
              <a:cs typeface="Arial" panose="020B0604020202020204" pitchFamily="34" charset="0"/>
            </a:endParaRPr>
          </a:p>
        </p:txBody>
      </p:sp>
      <p:sp>
        <p:nvSpPr>
          <p:cNvPr id="21" name="Rectángulo 20"/>
          <p:cNvSpPr/>
          <p:nvPr/>
        </p:nvSpPr>
        <p:spPr>
          <a:xfrm>
            <a:off x="14289621" y="11426247"/>
            <a:ext cx="5059680" cy="144818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smtClean="0">
                <a:solidFill>
                  <a:schemeClr val="bg1"/>
                </a:solidFill>
              </a:rPr>
              <a:t>Aurelio, las diapositivas están en la carpeta. </a:t>
            </a:r>
            <a:endParaRPr lang="es-MX" dirty="0">
              <a:solidFill>
                <a:schemeClr val="bg1"/>
              </a:solidFill>
            </a:endParaRPr>
          </a:p>
        </p:txBody>
      </p:sp>
    </p:spTree>
    <p:extLst>
      <p:ext uri="{BB962C8B-B14F-4D97-AF65-F5344CB8AC3E}">
        <p14:creationId xmlns:p14="http://schemas.microsoft.com/office/powerpoint/2010/main" val="1509233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2689860" y="3267333"/>
            <a:ext cx="6766560" cy="6001643"/>
          </a:xfrm>
          <a:prstGeom prst="rect">
            <a:avLst/>
          </a:prstGeom>
        </p:spPr>
        <p:txBody>
          <a:bodyPr wrap="square">
            <a:spAutoFit/>
          </a:bodyPr>
          <a:lstStyle/>
          <a:p>
            <a:pPr algn="just"/>
            <a:r>
              <a:rPr lang="es-MX" sz="2400" dirty="0">
                <a:latin typeface="Arial" panose="020B0604020202020204" pitchFamily="34" charset="0"/>
                <a:ea typeface="Arial" panose="020B0604020202020204" pitchFamily="34" charset="0"/>
                <a:cs typeface="Arial" panose="020B0604020202020204" pitchFamily="34" charset="0"/>
              </a:rPr>
              <a:t>En esta segunda fase de la </a:t>
            </a:r>
            <a:r>
              <a:rPr lang="es-MX" sz="2400" dirty="0" smtClean="0">
                <a:latin typeface="Arial" panose="020B0604020202020204" pitchFamily="34" charset="0"/>
                <a:ea typeface="Arial" panose="020B0604020202020204" pitchFamily="34" charset="0"/>
                <a:cs typeface="Arial" panose="020B0604020202020204" pitchFamily="34" charset="0"/>
              </a:rPr>
              <a:t>Tutoría </a:t>
            </a:r>
            <a:r>
              <a:rPr lang="es-MX" sz="2400" dirty="0">
                <a:latin typeface="Arial" panose="020B0604020202020204" pitchFamily="34" charset="0"/>
                <a:ea typeface="Arial" panose="020B0604020202020204" pitchFamily="34" charset="0"/>
                <a:cs typeface="Arial" panose="020B0604020202020204" pitchFamily="34" charset="0"/>
              </a:rPr>
              <a:t>para la apreciación artística, </a:t>
            </a:r>
            <a:r>
              <a:rPr lang="es-MX" sz="2400" dirty="0" smtClean="0">
                <a:latin typeface="Arial" panose="020B0604020202020204" pitchFamily="34" charset="0"/>
                <a:ea typeface="Arial" panose="020B0604020202020204" pitchFamily="34" charset="0"/>
                <a:cs typeface="Arial" panose="020B0604020202020204" pitchFamily="34" charset="0"/>
              </a:rPr>
              <a:t>ha </a:t>
            </a:r>
            <a:r>
              <a:rPr lang="es-MX" sz="2400" dirty="0">
                <a:latin typeface="Arial" panose="020B0604020202020204" pitchFamily="34" charset="0"/>
                <a:ea typeface="Arial" panose="020B0604020202020204" pitchFamily="34" charset="0"/>
                <a:cs typeface="Arial" panose="020B0604020202020204" pitchFamily="34" charset="0"/>
              </a:rPr>
              <a:t>tenido la oportunidad de conocer la música de </a:t>
            </a:r>
            <a:r>
              <a:rPr lang="es-MX" sz="2400" dirty="0" smtClean="0">
                <a:latin typeface="Arial" panose="020B0604020202020204" pitchFamily="34" charset="0"/>
                <a:ea typeface="Arial" panose="020B0604020202020204" pitchFamily="34" charset="0"/>
                <a:cs typeface="Arial" panose="020B0604020202020204" pitchFamily="34" charset="0"/>
              </a:rPr>
              <a:t>dos </a:t>
            </a:r>
            <a:r>
              <a:rPr lang="es-MX" sz="2400" dirty="0">
                <a:latin typeface="Arial" panose="020B0604020202020204" pitchFamily="34" charset="0"/>
                <a:ea typeface="Arial" panose="020B0604020202020204" pitchFamily="34" charset="0"/>
                <a:cs typeface="Arial" panose="020B0604020202020204" pitchFamily="34" charset="0"/>
              </a:rPr>
              <a:t>grandes épocas, mismas que abarcan el periodo clásico y el romanticismo.</a:t>
            </a:r>
          </a:p>
          <a:p>
            <a:pPr algn="just"/>
            <a:endParaRPr lang="es-MX" sz="2400" dirty="0">
              <a:latin typeface="Arial" panose="020B0604020202020204" pitchFamily="34" charset="0"/>
              <a:ea typeface="Arial" panose="020B0604020202020204" pitchFamily="34" charset="0"/>
              <a:cs typeface="Arial" panose="020B0604020202020204" pitchFamily="34" charset="0"/>
            </a:endParaRPr>
          </a:p>
          <a:p>
            <a:pPr algn="just"/>
            <a:r>
              <a:rPr lang="es-MX" sz="2400" dirty="0">
                <a:latin typeface="Arial"/>
                <a:ea typeface="Arial" panose="020B0604020202020204" pitchFamily="34" charset="0"/>
                <a:cs typeface="Arial"/>
              </a:rPr>
              <a:t>Ahora, </a:t>
            </a:r>
            <a:r>
              <a:rPr lang="es-MX" sz="2400" dirty="0" smtClean="0">
                <a:latin typeface="Arial"/>
                <a:ea typeface="Arial" panose="020B0604020202020204" pitchFamily="34" charset="0"/>
                <a:cs typeface="Arial"/>
              </a:rPr>
              <a:t>tendrá </a:t>
            </a:r>
            <a:r>
              <a:rPr lang="es-MX" sz="2400" dirty="0">
                <a:latin typeface="Arial"/>
                <a:ea typeface="Arial" panose="020B0604020202020204" pitchFamily="34" charset="0"/>
                <a:cs typeface="Arial"/>
              </a:rPr>
              <a:t>la oportunidad de </a:t>
            </a:r>
            <a:r>
              <a:rPr lang="es-MX" sz="2400" dirty="0" smtClean="0">
                <a:latin typeface="Arial"/>
                <a:ea typeface="Arial" panose="020B0604020202020204" pitchFamily="34" charset="0"/>
                <a:cs typeface="Arial"/>
              </a:rPr>
              <a:t>diferenciar la </a:t>
            </a:r>
            <a:r>
              <a:rPr lang="es-MX" sz="2400" dirty="0">
                <a:latin typeface="Arial"/>
                <a:ea typeface="Arial" panose="020B0604020202020204" pitchFamily="34" charset="0"/>
                <a:cs typeface="Arial"/>
              </a:rPr>
              <a:t>práctica de los compositores de estas </a:t>
            </a:r>
            <a:r>
              <a:rPr lang="es-MX" sz="2400" dirty="0" smtClean="0">
                <a:latin typeface="Arial"/>
                <a:ea typeface="Arial" panose="020B0604020202020204" pitchFamily="34" charset="0"/>
                <a:cs typeface="Arial"/>
              </a:rPr>
              <a:t>dos épocas de </a:t>
            </a:r>
            <a:r>
              <a:rPr lang="es-MX" sz="2400" dirty="0">
                <a:latin typeface="Arial"/>
                <a:ea typeface="Arial" panose="020B0604020202020204" pitchFamily="34" charset="0"/>
                <a:cs typeface="Arial"/>
              </a:rPr>
              <a:t>la </a:t>
            </a:r>
            <a:r>
              <a:rPr lang="es-MX" sz="2400" dirty="0" smtClean="0">
                <a:latin typeface="Arial"/>
                <a:ea typeface="Arial" panose="020B0604020202020204" pitchFamily="34" charset="0"/>
                <a:cs typeface="Arial"/>
              </a:rPr>
              <a:t>de </a:t>
            </a:r>
            <a:r>
              <a:rPr lang="es-MX" sz="2400" dirty="0">
                <a:latin typeface="Arial"/>
                <a:ea typeface="Arial" panose="020B0604020202020204" pitchFamily="34" charset="0"/>
                <a:cs typeface="Arial"/>
              </a:rPr>
              <a:t>los compositores del periodo impresionista y de la corriente llamada modernismo. Así </a:t>
            </a:r>
            <a:r>
              <a:rPr lang="es-MX" sz="2400" dirty="0" smtClean="0">
                <a:latin typeface="Arial"/>
                <a:ea typeface="Arial" panose="020B0604020202020204" pitchFamily="34" charset="0"/>
                <a:cs typeface="Arial"/>
              </a:rPr>
              <a:t>mismo, podrá </a:t>
            </a:r>
            <a:r>
              <a:rPr lang="es-MX" sz="2400" dirty="0">
                <a:latin typeface="Arial"/>
                <a:ea typeface="Arial" panose="020B0604020202020204" pitchFamily="34" charset="0"/>
                <a:cs typeface="Arial"/>
              </a:rPr>
              <a:t>identificar a los principales compositores de </a:t>
            </a:r>
            <a:r>
              <a:rPr lang="es-MX" sz="2400" dirty="0" smtClean="0">
                <a:latin typeface="Arial"/>
                <a:ea typeface="Arial" panose="020B0604020202020204" pitchFamily="34" charset="0"/>
                <a:cs typeface="Arial"/>
              </a:rPr>
              <a:t>dicha época, tales </a:t>
            </a:r>
            <a:r>
              <a:rPr lang="es-MX" sz="2400" dirty="0">
                <a:latin typeface="Arial"/>
                <a:ea typeface="Arial" panose="020B0604020202020204" pitchFamily="34" charset="0"/>
                <a:cs typeface="Arial"/>
              </a:rPr>
              <a:t>como Debussy, Ravel, De Falla, Stravinski, Shostakovich o </a:t>
            </a:r>
            <a:r>
              <a:rPr lang="es-MX" sz="2400" dirty="0" smtClean="0">
                <a:latin typeface="Arial"/>
                <a:ea typeface="Arial" panose="020B0604020202020204" pitchFamily="34" charset="0"/>
                <a:cs typeface="Arial"/>
              </a:rPr>
              <a:t>Copland, </a:t>
            </a:r>
            <a:r>
              <a:rPr lang="es-MX" sz="2400" dirty="0">
                <a:latin typeface="Arial"/>
                <a:ea typeface="Arial" panose="020B0604020202020204" pitchFamily="34" charset="0"/>
                <a:cs typeface="Arial"/>
              </a:rPr>
              <a:t>así como el contexto en que se desarrollaron los nuevos estilos de composición.  </a:t>
            </a:r>
          </a:p>
        </p:txBody>
      </p:sp>
      <p:sp>
        <p:nvSpPr>
          <p:cNvPr id="3" name="Rectángulo 2"/>
          <p:cNvSpPr/>
          <p:nvPr/>
        </p:nvSpPr>
        <p:spPr>
          <a:xfrm>
            <a:off x="11155679" y="3482271"/>
            <a:ext cx="6924675" cy="4524315"/>
          </a:xfrm>
          <a:prstGeom prst="rect">
            <a:avLst/>
          </a:prstGeom>
        </p:spPr>
        <p:txBody>
          <a:bodyPr wrap="square">
            <a:spAutoFit/>
          </a:bodyPr>
          <a:lstStyle/>
          <a:p>
            <a:pPr algn="just"/>
            <a:r>
              <a:rPr lang="es-MX" sz="2400" dirty="0">
                <a:latin typeface="Arial" panose="020B0604020202020204" pitchFamily="34" charset="0"/>
                <a:ea typeface="Arial" panose="020B0604020202020204" pitchFamily="34" charset="0"/>
                <a:cs typeface="Arial" panose="020B0604020202020204" pitchFamily="34" charset="0"/>
              </a:rPr>
              <a:t>A </a:t>
            </a:r>
            <a:r>
              <a:rPr lang="es-MX" sz="2400" dirty="0" smtClean="0">
                <a:latin typeface="Arial" panose="020B0604020202020204" pitchFamily="34" charset="0"/>
                <a:ea typeface="Arial" panose="020B0604020202020204" pitchFamily="34" charset="0"/>
                <a:cs typeface="Arial" panose="020B0604020202020204" pitchFamily="34" charset="0"/>
              </a:rPr>
              <a:t>continuación, podrá </a:t>
            </a:r>
            <a:r>
              <a:rPr lang="es-MX" sz="2400" dirty="0">
                <a:latin typeface="Arial" panose="020B0604020202020204" pitchFamily="34" charset="0"/>
                <a:ea typeface="Arial" panose="020B0604020202020204" pitchFamily="34" charset="0"/>
                <a:cs typeface="Arial" panose="020B0604020202020204" pitchFamily="34" charset="0"/>
              </a:rPr>
              <a:t>apreciar ejemplos de música del periodo impresionista de finales del siglo XIX y principios del siglo XX</a:t>
            </a:r>
            <a:r>
              <a:rPr lang="es-MX" sz="2400" dirty="0" smtClean="0">
                <a:latin typeface="Arial" panose="020B0604020202020204" pitchFamily="34" charset="0"/>
                <a:ea typeface="Arial" panose="020B0604020202020204" pitchFamily="34" charset="0"/>
                <a:cs typeface="Arial" panose="020B0604020202020204" pitchFamily="34" charset="0"/>
              </a:rPr>
              <a:t>.</a:t>
            </a:r>
          </a:p>
          <a:p>
            <a:pPr algn="just"/>
            <a:endParaRPr lang="es-MX" sz="2400" dirty="0">
              <a:latin typeface="Arial" panose="020B0604020202020204" pitchFamily="34" charset="0"/>
              <a:ea typeface="Calibri" panose="020F0502020204030204" pitchFamily="34" charset="0"/>
              <a:cs typeface="Arial" panose="020B0604020202020204" pitchFamily="34" charset="0"/>
            </a:endParaRPr>
          </a:p>
          <a:p>
            <a:pPr algn="just"/>
            <a:r>
              <a:rPr lang="es-MX" sz="2400" dirty="0">
                <a:latin typeface="Arial" panose="020B0604020202020204" pitchFamily="34" charset="0"/>
                <a:ea typeface="Arial" panose="020B0604020202020204" pitchFamily="34" charset="0"/>
                <a:cs typeface="Arial" panose="020B0604020202020204" pitchFamily="34" charset="0"/>
              </a:rPr>
              <a:t>Hay que </a:t>
            </a:r>
            <a:r>
              <a:rPr lang="es-MX" sz="2400" dirty="0" smtClean="0">
                <a:latin typeface="Arial" panose="020B0604020202020204" pitchFamily="34" charset="0"/>
                <a:ea typeface="Arial" panose="020B0604020202020204" pitchFamily="34" charset="0"/>
                <a:cs typeface="Arial" panose="020B0604020202020204" pitchFamily="34" charset="0"/>
              </a:rPr>
              <a:t>señalar que desde </a:t>
            </a:r>
            <a:r>
              <a:rPr lang="es-MX" sz="2400" dirty="0">
                <a:latin typeface="Arial" panose="020B0604020202020204" pitchFamily="34" charset="0"/>
                <a:ea typeface="Arial" panose="020B0604020202020204" pitchFamily="34" charset="0"/>
                <a:cs typeface="Arial" panose="020B0604020202020204" pitchFamily="34" charset="0"/>
              </a:rPr>
              <a:t>las tres últimas décadas del siglo XIX, se diversificaron los estilos composicionales y algunos continuaron con el estilo romántico y otros comenzaron a experimentar con el estilo impresionista. Por lo que las fechas dejan de indicar un estilo musical específico, y se vuelven </a:t>
            </a:r>
            <a:r>
              <a:rPr lang="es-MX" sz="2400" dirty="0" smtClean="0">
                <a:latin typeface="Arial" panose="020B0604020202020204" pitchFamily="34" charset="0"/>
                <a:ea typeface="Arial" panose="020B0604020202020204" pitchFamily="34" charset="0"/>
                <a:cs typeface="Arial" panose="020B0604020202020204" pitchFamily="34" charset="0"/>
              </a:rPr>
              <a:t>una </a:t>
            </a:r>
            <a:r>
              <a:rPr lang="es-MX" sz="2400" dirty="0">
                <a:latin typeface="Arial" panose="020B0604020202020204" pitchFamily="34" charset="0"/>
                <a:ea typeface="Arial" panose="020B0604020202020204" pitchFamily="34" charset="0"/>
                <a:cs typeface="Arial" panose="020B0604020202020204" pitchFamily="34" charset="0"/>
              </a:rPr>
              <a:t>referencia cronológica. </a:t>
            </a:r>
            <a:endParaRPr lang="es-MX" sz="2400" dirty="0"/>
          </a:p>
        </p:txBody>
      </p:sp>
      <p:sp>
        <p:nvSpPr>
          <p:cNvPr id="9" name="CuadroTexto 8"/>
          <p:cNvSpPr txBox="1"/>
          <p:nvPr/>
        </p:nvSpPr>
        <p:spPr>
          <a:xfrm>
            <a:off x="3870960" y="2560320"/>
            <a:ext cx="2257821" cy="589520"/>
          </a:xfrm>
          <a:prstGeom prst="rect">
            <a:avLst/>
          </a:prstGeom>
          <a:noFill/>
        </p:spPr>
        <p:txBody>
          <a:bodyPr wrap="square" rtlCol="0">
            <a:spAutoFit/>
          </a:bodyPr>
          <a:lstStyle/>
          <a:p>
            <a:r>
              <a:rPr lang="es-MX" dirty="0">
                <a:solidFill>
                  <a:srgbClr val="FF0000"/>
                </a:solidFill>
              </a:rPr>
              <a:t>VENTANA 1</a:t>
            </a:r>
          </a:p>
        </p:txBody>
      </p:sp>
      <p:sp>
        <p:nvSpPr>
          <p:cNvPr id="11" name="CuadroTexto 10"/>
          <p:cNvSpPr txBox="1"/>
          <p:nvPr/>
        </p:nvSpPr>
        <p:spPr>
          <a:xfrm>
            <a:off x="12563035" y="2560320"/>
            <a:ext cx="2257821" cy="589520"/>
          </a:xfrm>
          <a:prstGeom prst="rect">
            <a:avLst/>
          </a:prstGeom>
          <a:noFill/>
        </p:spPr>
        <p:txBody>
          <a:bodyPr wrap="square" rtlCol="0">
            <a:spAutoFit/>
          </a:bodyPr>
          <a:lstStyle/>
          <a:p>
            <a:r>
              <a:rPr lang="es-MX" dirty="0">
                <a:solidFill>
                  <a:srgbClr val="FF0000"/>
                </a:solidFill>
              </a:rPr>
              <a:t>VENTANA </a:t>
            </a:r>
            <a:r>
              <a:rPr lang="es-MX" dirty="0" smtClean="0">
                <a:solidFill>
                  <a:srgbClr val="FF0000"/>
                </a:solidFill>
              </a:rPr>
              <a:t>2</a:t>
            </a:r>
            <a:endParaRPr lang="es-MX" dirty="0">
              <a:solidFill>
                <a:srgbClr val="FF0000"/>
              </a:solidFill>
            </a:endParaRPr>
          </a:p>
        </p:txBody>
      </p:sp>
    </p:spTree>
    <p:extLst>
      <p:ext uri="{BB962C8B-B14F-4D97-AF65-F5344CB8AC3E}">
        <p14:creationId xmlns:p14="http://schemas.microsoft.com/office/powerpoint/2010/main" val="3961302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594360" y="145473"/>
            <a:ext cx="18196560" cy="1549729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endParaRPr lang="es-MX" sz="4000" b="1" dirty="0">
              <a:effectLst>
                <a:glow rad="101600">
                  <a:srgbClr val="FFC000">
                    <a:alpha val="60000"/>
                  </a:srgbClr>
                </a:glow>
              </a:effectLst>
              <a:latin typeface="Arial" panose="020B0604020202020204" pitchFamily="34" charset="0"/>
              <a:cs typeface="Arial" panose="020B0604020202020204" pitchFamily="34" charset="0"/>
            </a:endParaRPr>
          </a:p>
          <a:p>
            <a:r>
              <a:rPr lang="es-MX" sz="2400" b="1" dirty="0">
                <a:latin typeface="Arial" panose="020B0604020202020204" pitchFamily="34" charset="0"/>
                <a:cs typeface="Arial" panose="020B0604020202020204" pitchFamily="34" charset="0"/>
              </a:rPr>
              <a:t>Foro </a:t>
            </a:r>
            <a:r>
              <a:rPr lang="es-MX" sz="2400" b="1" dirty="0" smtClean="0">
                <a:latin typeface="Arial" panose="020B0604020202020204" pitchFamily="34" charset="0"/>
                <a:cs typeface="Arial" panose="020B0604020202020204" pitchFamily="34" charset="0"/>
              </a:rPr>
              <a:t>2. Música </a:t>
            </a:r>
            <a:r>
              <a:rPr lang="es-MX" sz="2400" b="1" dirty="0">
                <a:latin typeface="Arial" panose="020B0604020202020204" pitchFamily="34" charset="0"/>
                <a:cs typeface="Arial" panose="020B0604020202020204" pitchFamily="34" charset="0"/>
              </a:rPr>
              <a:t>de 1750 a la época </a:t>
            </a:r>
            <a:r>
              <a:rPr lang="es-MX" sz="2400" b="1" dirty="0" smtClean="0">
                <a:latin typeface="Arial" panose="020B0604020202020204" pitchFamily="34" charset="0"/>
                <a:cs typeface="Arial" panose="020B0604020202020204" pitchFamily="34" charset="0"/>
              </a:rPr>
              <a:t>impresionista.</a:t>
            </a:r>
            <a:endParaRPr lang="es-MX" sz="2400" b="1" dirty="0">
              <a:latin typeface="Arial" panose="020B0604020202020204" pitchFamily="34" charset="0"/>
              <a:cs typeface="Arial" panose="020B0604020202020204" pitchFamily="34" charset="0"/>
            </a:endParaRPr>
          </a:p>
          <a:p>
            <a:endParaRPr lang="es-MX" sz="2400" u="sng" dirty="0">
              <a:latin typeface="Arial" panose="020B0604020202020204" pitchFamily="34" charset="0"/>
              <a:cs typeface="Arial" panose="020B0604020202020204" pitchFamily="34" charset="0"/>
            </a:endParaRPr>
          </a:p>
          <a:p>
            <a:r>
              <a:rPr lang="es-MX" sz="2400" b="1" dirty="0">
                <a:latin typeface="Arial" panose="020B0604020202020204" pitchFamily="34" charset="0"/>
                <a:cs typeface="Arial" panose="020B0604020202020204" pitchFamily="34" charset="0"/>
              </a:rPr>
              <a:t>Descripción: </a:t>
            </a:r>
          </a:p>
          <a:p>
            <a:pPr marL="1277885" lvl="1" indent="-457200">
              <a:buFont typeface="+mj-lt"/>
              <a:buAutoNum type="arabicPeriod"/>
            </a:pPr>
            <a:r>
              <a:rPr lang="es-MX" sz="2400" dirty="0">
                <a:latin typeface="Arial" panose="020B0604020202020204" pitchFamily="34" charset="0"/>
                <a:cs typeface="Arial" panose="020B0604020202020204" pitchFamily="34" charset="0"/>
              </a:rPr>
              <a:t>Después de haber consultado la </a:t>
            </a:r>
            <a:r>
              <a:rPr lang="es-MX" sz="2400" dirty="0">
                <a:solidFill>
                  <a:schemeClr val="tx1"/>
                </a:solidFill>
                <a:latin typeface="Arial" panose="020B0604020202020204" pitchFamily="34" charset="0"/>
                <a:cs typeface="Arial" panose="020B0604020202020204" pitchFamily="34" charset="0"/>
              </a:rPr>
              <a:t>información de este segundo módulo y escuchado las composiciones musicales de </a:t>
            </a:r>
            <a:r>
              <a:rPr lang="es-MX" sz="2400" dirty="0" smtClean="0">
                <a:solidFill>
                  <a:schemeClr val="tx1"/>
                </a:solidFill>
                <a:latin typeface="Arial" panose="020B0604020202020204" pitchFamily="34" charset="0"/>
                <a:cs typeface="Arial" panose="020B0604020202020204" pitchFamily="34" charset="0"/>
              </a:rPr>
              <a:t>las épocas </a:t>
            </a:r>
            <a:r>
              <a:rPr lang="es-MX" sz="2400" dirty="0">
                <a:solidFill>
                  <a:schemeClr val="tx1"/>
                </a:solidFill>
                <a:latin typeface="Arial" panose="020B0604020202020204" pitchFamily="34" charset="0"/>
                <a:cs typeface="Arial" panose="020B0604020202020204" pitchFamily="34" charset="0"/>
              </a:rPr>
              <a:t>clásica, </a:t>
            </a:r>
            <a:r>
              <a:rPr lang="es-MX" sz="2400" dirty="0" smtClean="0">
                <a:solidFill>
                  <a:schemeClr val="tx1"/>
                </a:solidFill>
                <a:latin typeface="Arial" panose="020B0604020202020204" pitchFamily="34" charset="0"/>
                <a:cs typeface="Arial" panose="020B0604020202020204" pitchFamily="34" charset="0"/>
              </a:rPr>
              <a:t>romántica e </a:t>
            </a:r>
            <a:r>
              <a:rPr lang="es-MX" sz="2400" dirty="0">
                <a:solidFill>
                  <a:schemeClr val="tx1"/>
                </a:solidFill>
                <a:latin typeface="Arial" panose="020B0604020202020204" pitchFamily="34" charset="0"/>
                <a:cs typeface="Arial" panose="020B0604020202020204" pitchFamily="34" charset="0"/>
              </a:rPr>
              <a:t>impresionista,  </a:t>
            </a:r>
            <a:r>
              <a:rPr lang="es-MX" sz="2400" dirty="0" smtClean="0">
                <a:solidFill>
                  <a:schemeClr val="tx1"/>
                </a:solidFill>
                <a:latin typeface="Arial" panose="020B0604020202020204" pitchFamily="34" charset="0"/>
                <a:cs typeface="Arial" panose="020B0604020202020204" pitchFamily="34" charset="0"/>
              </a:rPr>
              <a:t>responda </a:t>
            </a:r>
            <a:r>
              <a:rPr lang="es-MX" sz="2400" dirty="0">
                <a:solidFill>
                  <a:schemeClr val="tx1"/>
                </a:solidFill>
                <a:latin typeface="Arial" panose="020B0604020202020204" pitchFamily="34" charset="0"/>
                <a:cs typeface="Arial" panose="020B0604020202020204" pitchFamily="34" charset="0"/>
              </a:rPr>
              <a:t>las siguientes preguntas guía. </a:t>
            </a:r>
            <a:r>
              <a:rPr lang="es-MX" sz="2400" dirty="0" smtClean="0">
                <a:solidFill>
                  <a:schemeClr val="tx1"/>
                </a:solidFill>
                <a:latin typeface="Arial" panose="020B0604020202020204" pitchFamily="34" charset="0"/>
                <a:cs typeface="Arial" panose="020B0604020202020204" pitchFamily="34" charset="0"/>
              </a:rPr>
              <a:t>Recuerde </a:t>
            </a:r>
            <a:r>
              <a:rPr lang="es-MX" sz="2400" dirty="0">
                <a:solidFill>
                  <a:schemeClr val="tx1"/>
                </a:solidFill>
                <a:latin typeface="Arial" panose="020B0604020202020204" pitchFamily="34" charset="0"/>
                <a:cs typeface="Arial" panose="020B0604020202020204" pitchFamily="34" charset="0"/>
              </a:rPr>
              <a:t>que no hay respuestas equivocadas, sólo se trata de reflexiones.</a:t>
            </a:r>
          </a:p>
          <a:p>
            <a:pPr marL="1277885" lvl="1" indent="-457200">
              <a:buFont typeface="+mj-lt"/>
              <a:buAutoNum type="arabicPeriod"/>
            </a:pPr>
            <a:endParaRPr lang="es-MX" sz="2400" dirty="0">
              <a:solidFill>
                <a:schemeClr val="tx1"/>
              </a:solidFill>
              <a:latin typeface="Arial" panose="020B0604020202020204" pitchFamily="34" charset="0"/>
              <a:cs typeface="Arial" panose="020B0604020202020204" pitchFamily="34" charset="0"/>
            </a:endParaRPr>
          </a:p>
          <a:p>
            <a:pPr marL="2098570" lvl="2" indent="-457200">
              <a:lnSpc>
                <a:spcPct val="115000"/>
              </a:lnSpc>
              <a:buFont typeface="+mj-lt"/>
              <a:buAutoNum type="arabicPeriod"/>
            </a:pPr>
            <a:r>
              <a:rPr lang="es-MX" sz="2400" dirty="0">
                <a:solidFill>
                  <a:schemeClr val="tx1"/>
                </a:solidFill>
                <a:latin typeface="Arial" panose="020B0604020202020204" pitchFamily="34" charset="0"/>
                <a:cs typeface="Arial" panose="020B0604020202020204" pitchFamily="34" charset="0"/>
              </a:rPr>
              <a:t>¿Qué obras musicales </a:t>
            </a:r>
            <a:r>
              <a:rPr lang="es-MX" sz="2400" dirty="0" smtClean="0">
                <a:solidFill>
                  <a:schemeClr val="tx1"/>
                </a:solidFill>
                <a:latin typeface="Arial" panose="020B0604020202020204" pitchFamily="34" charset="0"/>
                <a:cs typeface="Arial" panose="020B0604020202020204" pitchFamily="34" charset="0"/>
              </a:rPr>
              <a:t>le han </a:t>
            </a:r>
            <a:r>
              <a:rPr lang="es-MX" sz="2400" dirty="0">
                <a:solidFill>
                  <a:schemeClr val="tx1"/>
                </a:solidFill>
                <a:latin typeface="Arial" panose="020B0604020202020204" pitchFamily="34" charset="0"/>
                <a:cs typeface="Arial" panose="020B0604020202020204" pitchFamily="34" charset="0"/>
              </a:rPr>
              <a:t>llamado más la atención y por qué? </a:t>
            </a:r>
            <a:r>
              <a:rPr lang="es-MX" sz="2400" dirty="0" smtClean="0">
                <a:solidFill>
                  <a:schemeClr val="tx1"/>
                </a:solidFill>
                <a:latin typeface="Arial" panose="020B0604020202020204" pitchFamily="34" charset="0"/>
                <a:cs typeface="Arial" panose="020B0604020202020204" pitchFamily="34" charset="0"/>
              </a:rPr>
              <a:t>Mencione </a:t>
            </a:r>
            <a:r>
              <a:rPr lang="es-MX" sz="2400" dirty="0">
                <a:solidFill>
                  <a:schemeClr val="tx1"/>
                </a:solidFill>
                <a:latin typeface="Arial" panose="020B0604020202020204" pitchFamily="34" charset="0"/>
                <a:cs typeface="Arial" panose="020B0604020202020204" pitchFamily="34" charset="0"/>
              </a:rPr>
              <a:t>también a los </a:t>
            </a:r>
            <a:r>
              <a:rPr lang="es-MX" sz="2400" dirty="0" smtClean="0">
                <a:solidFill>
                  <a:schemeClr val="tx1"/>
                </a:solidFill>
                <a:latin typeface="Arial" panose="020B0604020202020204" pitchFamily="34" charset="0"/>
                <a:cs typeface="Arial" panose="020B0604020202020204" pitchFamily="34" charset="0"/>
              </a:rPr>
              <a:t>compositores.</a:t>
            </a:r>
            <a:endParaRPr lang="es-MX" sz="2400" dirty="0">
              <a:solidFill>
                <a:schemeClr val="tx1"/>
              </a:solidFill>
              <a:latin typeface="Arial" panose="020B0604020202020204" pitchFamily="34" charset="0"/>
              <a:cs typeface="Arial" panose="020B0604020202020204" pitchFamily="34" charset="0"/>
            </a:endParaRPr>
          </a:p>
          <a:p>
            <a:pPr marL="2098570" lvl="2" indent="-457200">
              <a:lnSpc>
                <a:spcPct val="115000"/>
              </a:lnSpc>
              <a:buFont typeface="+mj-lt"/>
              <a:buAutoNum type="alphaLcPeriod"/>
            </a:pPr>
            <a:r>
              <a:rPr lang="es-MX" sz="2400" dirty="0">
                <a:solidFill>
                  <a:schemeClr val="tx1"/>
                </a:solidFill>
                <a:latin typeface="Arial" panose="020B0604020202020204" pitchFamily="34" charset="0"/>
                <a:cs typeface="Arial" panose="020B0604020202020204" pitchFamily="34" charset="0"/>
              </a:rPr>
              <a:t>En </a:t>
            </a:r>
            <a:r>
              <a:rPr lang="es-MX" sz="2400" dirty="0" smtClean="0">
                <a:solidFill>
                  <a:schemeClr val="tx1"/>
                </a:solidFill>
                <a:latin typeface="Arial" panose="020B0604020202020204" pitchFamily="34" charset="0"/>
                <a:cs typeface="Arial" panose="020B0604020202020204" pitchFamily="34" charset="0"/>
              </a:rPr>
              <a:t>su opinión, </a:t>
            </a:r>
            <a:r>
              <a:rPr lang="es-MX" sz="2400" dirty="0">
                <a:solidFill>
                  <a:schemeClr val="tx1"/>
                </a:solidFill>
                <a:latin typeface="Arial" panose="020B0604020202020204" pitchFamily="34" charset="0"/>
                <a:cs typeface="Arial" panose="020B0604020202020204" pitchFamily="34" charset="0"/>
              </a:rPr>
              <a:t>¿</a:t>
            </a:r>
            <a:r>
              <a:rPr lang="es-MX" sz="2400" dirty="0" smtClean="0">
                <a:solidFill>
                  <a:schemeClr val="tx1"/>
                </a:solidFill>
                <a:latin typeface="Arial" panose="020B0604020202020204" pitchFamily="34" charset="0"/>
                <a:cs typeface="Arial" panose="020B0604020202020204" pitchFamily="34" charset="0"/>
              </a:rPr>
              <a:t>cree </a:t>
            </a:r>
            <a:r>
              <a:rPr lang="es-MX" sz="2400" dirty="0">
                <a:solidFill>
                  <a:schemeClr val="tx1"/>
                </a:solidFill>
                <a:latin typeface="Arial" panose="020B0604020202020204" pitchFamily="34" charset="0"/>
                <a:cs typeface="Arial" panose="020B0604020202020204" pitchFamily="34" charset="0"/>
              </a:rPr>
              <a:t>que la música de estos periodos se debería dar a conocer en la escuela, primaria, secundaria, preparatoria?</a:t>
            </a:r>
          </a:p>
          <a:p>
            <a:pPr marL="2098570" lvl="2" indent="-457200">
              <a:lnSpc>
                <a:spcPct val="115000"/>
              </a:lnSpc>
              <a:buFont typeface="+mj-lt"/>
              <a:buAutoNum type="alphaLcPeriod"/>
            </a:pPr>
            <a:r>
              <a:rPr lang="es-MX" sz="2400" dirty="0">
                <a:solidFill>
                  <a:schemeClr val="tx1"/>
                </a:solidFill>
                <a:latin typeface="Arial" panose="020B0604020202020204" pitchFamily="34" charset="0"/>
                <a:cs typeface="Arial" panose="020B0604020202020204" pitchFamily="34" charset="0"/>
              </a:rPr>
              <a:t>¿</a:t>
            </a:r>
            <a:r>
              <a:rPr lang="es-MX" sz="2400" dirty="0" smtClean="0">
                <a:solidFill>
                  <a:schemeClr val="tx1"/>
                </a:solidFill>
                <a:latin typeface="Arial" panose="020B0604020202020204" pitchFamily="34" charset="0"/>
                <a:cs typeface="Arial" panose="020B0604020202020204" pitchFamily="34" charset="0"/>
              </a:rPr>
              <a:t>Sabía </a:t>
            </a:r>
            <a:r>
              <a:rPr lang="es-MX" sz="2400" dirty="0">
                <a:solidFill>
                  <a:schemeClr val="tx1"/>
                </a:solidFill>
                <a:latin typeface="Arial" panose="020B0604020202020204" pitchFamily="34" charset="0"/>
                <a:cs typeface="Arial" panose="020B0604020202020204" pitchFamily="34" charset="0"/>
              </a:rPr>
              <a:t>que el tema musical del programa de </a:t>
            </a:r>
            <a:r>
              <a:rPr lang="es-MX" sz="2400" dirty="0" smtClean="0">
                <a:solidFill>
                  <a:schemeClr val="tx1"/>
                </a:solidFill>
                <a:latin typeface="Arial" panose="020B0604020202020204" pitchFamily="34" charset="0"/>
                <a:cs typeface="Arial" panose="020B0604020202020204" pitchFamily="34" charset="0"/>
              </a:rPr>
              <a:t>televisi</a:t>
            </a:r>
            <a:r>
              <a:rPr lang="es-ES" sz="2400" dirty="0" err="1" smtClean="0">
                <a:solidFill>
                  <a:schemeClr val="tx1"/>
                </a:solidFill>
                <a:latin typeface="Arial" panose="020B0604020202020204" pitchFamily="34" charset="0"/>
                <a:cs typeface="Arial" panose="020B0604020202020204" pitchFamily="34" charset="0"/>
              </a:rPr>
              <a:t>ón</a:t>
            </a:r>
            <a:r>
              <a:rPr lang="es-ES" sz="2400" dirty="0" smtClean="0">
                <a:solidFill>
                  <a:schemeClr val="tx1"/>
                </a:solidFill>
                <a:latin typeface="Arial" panose="020B0604020202020204" pitchFamily="34" charset="0"/>
                <a:cs typeface="Arial" panose="020B0604020202020204" pitchFamily="34" charset="0"/>
              </a:rPr>
              <a:t> </a:t>
            </a:r>
            <a:r>
              <a:rPr lang="es-MX" sz="2400" dirty="0" smtClean="0">
                <a:solidFill>
                  <a:schemeClr val="tx1"/>
                </a:solidFill>
                <a:latin typeface="Arial" panose="020B0604020202020204" pitchFamily="34" charset="0"/>
                <a:cs typeface="Arial" panose="020B0604020202020204" pitchFamily="34" charset="0"/>
              </a:rPr>
              <a:t>“El </a:t>
            </a:r>
            <a:r>
              <a:rPr lang="es-MX" sz="2400" dirty="0">
                <a:solidFill>
                  <a:schemeClr val="tx1"/>
                </a:solidFill>
                <a:latin typeface="Arial" panose="020B0604020202020204" pitchFamily="34" charset="0"/>
                <a:cs typeface="Arial" panose="020B0604020202020204" pitchFamily="34" charset="0"/>
              </a:rPr>
              <a:t>chavo del ocho” es en realidad una pieza llamada “Marcha a la turca” de Beethoven?</a:t>
            </a:r>
          </a:p>
          <a:p>
            <a:pPr marL="1984270" lvl="2" indent="-342900">
              <a:lnSpc>
                <a:spcPct val="115000"/>
              </a:lnSpc>
              <a:buFont typeface="+mj-lt"/>
              <a:buAutoNum type="alphaLcPeriod"/>
            </a:pPr>
            <a:r>
              <a:rPr lang="es-MX" sz="2400" dirty="0">
                <a:solidFill>
                  <a:schemeClr val="tx1"/>
                </a:solidFill>
                <a:latin typeface="Arial" panose="020B0604020202020204" pitchFamily="34" charset="0"/>
                <a:cs typeface="Arial" panose="020B0604020202020204" pitchFamily="34" charset="0"/>
              </a:rPr>
              <a:t>¿Qué </a:t>
            </a:r>
            <a:r>
              <a:rPr lang="es-MX" sz="2400" dirty="0" smtClean="0">
                <a:solidFill>
                  <a:schemeClr val="tx1"/>
                </a:solidFill>
                <a:latin typeface="Arial" panose="020B0604020202020204" pitchFamily="34" charset="0"/>
                <a:cs typeface="Arial" panose="020B0604020202020204" pitchFamily="34" charset="0"/>
              </a:rPr>
              <a:t>piensa </a:t>
            </a:r>
            <a:r>
              <a:rPr lang="es-MX" sz="2400" dirty="0">
                <a:solidFill>
                  <a:schemeClr val="tx1"/>
                </a:solidFill>
                <a:latin typeface="Arial" panose="020B0604020202020204" pitchFamily="34" charset="0"/>
                <a:cs typeface="Arial" panose="020B0604020202020204" pitchFamily="34" charset="0"/>
              </a:rPr>
              <a:t>de la obra </a:t>
            </a:r>
            <a:r>
              <a:rPr lang="es-MX" sz="2400" i="1" dirty="0">
                <a:solidFill>
                  <a:schemeClr val="tx1"/>
                </a:solidFill>
                <a:latin typeface="Arial" panose="020B0604020202020204" pitchFamily="34" charset="0"/>
                <a:cs typeface="Arial" panose="020B0604020202020204" pitchFamily="34" charset="0"/>
              </a:rPr>
              <a:t>El carnaval de los animales</a:t>
            </a:r>
            <a:r>
              <a:rPr lang="es-MX" sz="2400" dirty="0">
                <a:solidFill>
                  <a:schemeClr val="tx1"/>
                </a:solidFill>
                <a:latin typeface="Arial" panose="020B0604020202020204" pitchFamily="34" charset="0"/>
                <a:cs typeface="Arial" panose="020B0604020202020204" pitchFamily="34" charset="0"/>
              </a:rPr>
              <a:t> del romanticismo?</a:t>
            </a:r>
          </a:p>
          <a:p>
            <a:pPr marL="1984270" lvl="2" indent="-342900">
              <a:lnSpc>
                <a:spcPct val="115000"/>
              </a:lnSpc>
              <a:buFont typeface="+mj-lt"/>
              <a:buAutoNum type="alphaLcPeriod"/>
            </a:pPr>
            <a:r>
              <a:rPr lang="es-MX" sz="2400" dirty="0">
                <a:solidFill>
                  <a:schemeClr val="tx1"/>
                </a:solidFill>
                <a:latin typeface="Arial" panose="020B0604020202020204" pitchFamily="34" charset="0"/>
                <a:cs typeface="Arial" panose="020B0604020202020204" pitchFamily="34" charset="0"/>
              </a:rPr>
              <a:t>¿Ya </a:t>
            </a:r>
            <a:r>
              <a:rPr lang="es-MX" sz="2400" dirty="0" smtClean="0">
                <a:solidFill>
                  <a:schemeClr val="tx1"/>
                </a:solidFill>
                <a:latin typeface="Arial" panose="020B0604020202020204" pitchFamily="34" charset="0"/>
                <a:cs typeface="Arial" panose="020B0604020202020204" pitchFamily="34" charset="0"/>
              </a:rPr>
              <a:t>sabía </a:t>
            </a:r>
            <a:r>
              <a:rPr lang="es-MX" sz="2400" dirty="0">
                <a:solidFill>
                  <a:schemeClr val="tx1"/>
                </a:solidFill>
                <a:latin typeface="Arial" panose="020B0604020202020204" pitchFamily="34" charset="0"/>
                <a:cs typeface="Arial" panose="020B0604020202020204" pitchFamily="34" charset="0"/>
              </a:rPr>
              <a:t>que la </a:t>
            </a:r>
            <a:r>
              <a:rPr lang="es-MX" sz="2400" i="1" dirty="0" smtClean="0">
                <a:solidFill>
                  <a:schemeClr val="tx1"/>
                </a:solidFill>
                <a:latin typeface="Arial" panose="020B0604020202020204" pitchFamily="34" charset="0"/>
                <a:cs typeface="Arial" panose="020B0604020202020204" pitchFamily="34" charset="0"/>
              </a:rPr>
              <a:t>Marcha nupcial, </a:t>
            </a:r>
            <a:r>
              <a:rPr lang="es-MX" sz="2400" dirty="0">
                <a:solidFill>
                  <a:schemeClr val="tx1"/>
                </a:solidFill>
                <a:latin typeface="Arial" panose="020B0604020202020204" pitchFamily="34" charset="0"/>
                <a:cs typeface="Arial" panose="020B0604020202020204" pitchFamily="34" charset="0"/>
              </a:rPr>
              <a:t>que se escucha en las </a:t>
            </a:r>
            <a:r>
              <a:rPr lang="es-MX" sz="2400" dirty="0" smtClean="0">
                <a:solidFill>
                  <a:schemeClr val="tx1"/>
                </a:solidFill>
                <a:latin typeface="Arial" panose="020B0604020202020204" pitchFamily="34" charset="0"/>
                <a:cs typeface="Arial" panose="020B0604020202020204" pitchFamily="34" charset="0"/>
              </a:rPr>
              <a:t>bodas, </a:t>
            </a:r>
            <a:r>
              <a:rPr lang="es-MX" sz="2400" dirty="0">
                <a:solidFill>
                  <a:schemeClr val="tx1"/>
                </a:solidFill>
                <a:latin typeface="Arial" panose="020B0604020202020204" pitchFamily="34" charset="0"/>
                <a:cs typeface="Arial" panose="020B0604020202020204" pitchFamily="34" charset="0"/>
              </a:rPr>
              <a:t>fue escrita por Mendelssohn como música para acompañar la obra de teatro </a:t>
            </a:r>
            <a:r>
              <a:rPr lang="es-MX" sz="2400" i="1" dirty="0" smtClean="0">
                <a:solidFill>
                  <a:schemeClr val="tx1"/>
                </a:solidFill>
                <a:latin typeface="Arial" panose="020B0604020202020204" pitchFamily="34" charset="0"/>
                <a:cs typeface="Arial" panose="020B0604020202020204" pitchFamily="34" charset="0"/>
              </a:rPr>
              <a:t>Sueño </a:t>
            </a:r>
            <a:r>
              <a:rPr lang="es-MX" sz="2400" i="1" dirty="0">
                <a:solidFill>
                  <a:schemeClr val="tx1"/>
                </a:solidFill>
                <a:latin typeface="Arial" panose="020B0604020202020204" pitchFamily="34" charset="0"/>
                <a:cs typeface="Arial" panose="020B0604020202020204" pitchFamily="34" charset="0"/>
              </a:rPr>
              <a:t>de una noche de </a:t>
            </a:r>
            <a:r>
              <a:rPr lang="es-MX" sz="2400" i="1" dirty="0" smtClean="0">
                <a:solidFill>
                  <a:schemeClr val="tx1"/>
                </a:solidFill>
                <a:latin typeface="Arial" panose="020B0604020202020204" pitchFamily="34" charset="0"/>
                <a:cs typeface="Arial" panose="020B0604020202020204" pitchFamily="34" charset="0"/>
              </a:rPr>
              <a:t>verano</a:t>
            </a:r>
            <a:r>
              <a:rPr lang="es-MX" sz="2400" dirty="0" smtClean="0">
                <a:solidFill>
                  <a:schemeClr val="tx1"/>
                </a:solidFill>
                <a:latin typeface="Arial" panose="020B0604020202020204" pitchFamily="34" charset="0"/>
                <a:cs typeface="Arial" panose="020B0604020202020204" pitchFamily="34" charset="0"/>
              </a:rPr>
              <a:t>, </a:t>
            </a:r>
            <a:r>
              <a:rPr lang="es-MX" sz="2400" dirty="0">
                <a:solidFill>
                  <a:schemeClr val="tx1"/>
                </a:solidFill>
                <a:latin typeface="Arial" panose="020B0604020202020204" pitchFamily="34" charset="0"/>
                <a:cs typeface="Arial" panose="020B0604020202020204" pitchFamily="34" charset="0"/>
              </a:rPr>
              <a:t>de Shakespeare?</a:t>
            </a:r>
          </a:p>
          <a:p>
            <a:pPr marL="1984270" lvl="2" indent="-342900">
              <a:lnSpc>
                <a:spcPct val="115000"/>
              </a:lnSpc>
              <a:buFont typeface="+mj-lt"/>
              <a:buAutoNum type="alphaLcPeriod"/>
            </a:pPr>
            <a:r>
              <a:rPr lang="es-MX" sz="2400" dirty="0">
                <a:solidFill>
                  <a:schemeClr val="tx1"/>
                </a:solidFill>
                <a:latin typeface="Arial" panose="020B0604020202020204" pitchFamily="34" charset="0"/>
                <a:cs typeface="Arial" panose="020B0604020202020204" pitchFamily="34" charset="0"/>
              </a:rPr>
              <a:t>¿</a:t>
            </a:r>
            <a:r>
              <a:rPr lang="es-MX" sz="2400" dirty="0" smtClean="0">
                <a:solidFill>
                  <a:schemeClr val="tx1"/>
                </a:solidFill>
                <a:latin typeface="Arial" panose="020B0604020202020204" pitchFamily="34" charset="0"/>
                <a:cs typeface="Arial" panose="020B0604020202020204" pitchFamily="34" charset="0"/>
              </a:rPr>
              <a:t>Había </a:t>
            </a:r>
            <a:r>
              <a:rPr lang="es-MX" sz="2400" dirty="0">
                <a:solidFill>
                  <a:schemeClr val="tx1"/>
                </a:solidFill>
                <a:latin typeface="Arial" panose="020B0604020202020204" pitchFamily="34" charset="0"/>
                <a:cs typeface="Arial" panose="020B0604020202020204" pitchFamily="34" charset="0"/>
              </a:rPr>
              <a:t>escuchado antes hablar de la música impresionista?</a:t>
            </a:r>
          </a:p>
          <a:p>
            <a:pPr marL="1984270" lvl="2" indent="-342900">
              <a:lnSpc>
                <a:spcPct val="115000"/>
              </a:lnSpc>
              <a:buFont typeface="+mj-lt"/>
              <a:buAutoNum type="alphaLcPeriod"/>
            </a:pPr>
            <a:r>
              <a:rPr lang="es-MX" sz="2400" dirty="0">
                <a:solidFill>
                  <a:schemeClr val="tx1"/>
                </a:solidFill>
                <a:latin typeface="Arial" panose="020B0604020202020204" pitchFamily="34" charset="0"/>
                <a:cs typeface="Arial" panose="020B0604020202020204" pitchFamily="34" charset="0"/>
              </a:rPr>
              <a:t>¿</a:t>
            </a:r>
            <a:r>
              <a:rPr lang="es-MX" sz="2400" dirty="0" smtClean="0">
                <a:solidFill>
                  <a:schemeClr val="tx1"/>
                </a:solidFill>
                <a:latin typeface="Arial" panose="020B0604020202020204" pitchFamily="34" charset="0"/>
                <a:cs typeface="Arial" panose="020B0604020202020204" pitchFamily="34" charset="0"/>
              </a:rPr>
              <a:t>Había </a:t>
            </a:r>
            <a:r>
              <a:rPr lang="es-MX" sz="2400" dirty="0">
                <a:solidFill>
                  <a:schemeClr val="tx1"/>
                </a:solidFill>
                <a:latin typeface="Arial" panose="020B0604020202020204" pitchFamily="34" charset="0"/>
                <a:cs typeface="Arial" panose="020B0604020202020204" pitchFamily="34" charset="0"/>
              </a:rPr>
              <a:t>escuchado antes alguno de los ejemplos de estas </a:t>
            </a:r>
            <a:r>
              <a:rPr lang="es-MX" sz="2400" dirty="0" smtClean="0">
                <a:solidFill>
                  <a:schemeClr val="tx1"/>
                </a:solidFill>
                <a:latin typeface="Arial" panose="020B0604020202020204" pitchFamily="34" charset="0"/>
                <a:cs typeface="Arial" panose="020B0604020202020204" pitchFamily="34" charset="0"/>
              </a:rPr>
              <a:t>tres </a:t>
            </a:r>
            <a:r>
              <a:rPr lang="es-MX" sz="2400" dirty="0">
                <a:solidFill>
                  <a:schemeClr val="tx1"/>
                </a:solidFill>
                <a:latin typeface="Arial" panose="020B0604020202020204" pitchFamily="34" charset="0"/>
                <a:cs typeface="Arial" panose="020B0604020202020204" pitchFamily="34" charset="0"/>
              </a:rPr>
              <a:t>épocas en medios de comunicación como el cine, </a:t>
            </a:r>
            <a:r>
              <a:rPr lang="es-MX" sz="2400" dirty="0" smtClean="0">
                <a:solidFill>
                  <a:schemeClr val="tx1"/>
                </a:solidFill>
                <a:latin typeface="Arial" panose="020B0604020202020204" pitchFamily="34" charset="0"/>
                <a:cs typeface="Arial" panose="020B0604020202020204" pitchFamily="34" charset="0"/>
              </a:rPr>
              <a:t>la televisi</a:t>
            </a:r>
            <a:r>
              <a:rPr lang="es-ES" sz="2400" dirty="0" err="1" smtClean="0">
                <a:solidFill>
                  <a:schemeClr val="tx1"/>
                </a:solidFill>
                <a:latin typeface="Arial" panose="020B0604020202020204" pitchFamily="34" charset="0"/>
                <a:cs typeface="Arial" panose="020B0604020202020204" pitchFamily="34" charset="0"/>
              </a:rPr>
              <a:t>ón</a:t>
            </a:r>
            <a:r>
              <a:rPr lang="es-MX" sz="2400" dirty="0" smtClean="0">
                <a:solidFill>
                  <a:schemeClr val="tx1"/>
                </a:solidFill>
                <a:latin typeface="Arial" panose="020B0604020202020204" pitchFamily="34" charset="0"/>
                <a:cs typeface="Arial" panose="020B0604020202020204" pitchFamily="34" charset="0"/>
              </a:rPr>
              <a:t>, el internet</a:t>
            </a:r>
            <a:r>
              <a:rPr lang="es-MX" sz="2400" dirty="0">
                <a:solidFill>
                  <a:schemeClr val="tx1"/>
                </a:solidFill>
                <a:latin typeface="Arial" panose="020B0604020202020204" pitchFamily="34" charset="0"/>
                <a:cs typeface="Arial" panose="020B0604020202020204" pitchFamily="34" charset="0"/>
              </a:rPr>
              <a:t>?</a:t>
            </a:r>
          </a:p>
          <a:p>
            <a:pPr marL="1984270" lvl="2" indent="-342900">
              <a:lnSpc>
                <a:spcPct val="115000"/>
              </a:lnSpc>
              <a:buFont typeface="+mj-lt"/>
              <a:buAutoNum type="alphaLcPeriod"/>
            </a:pPr>
            <a:r>
              <a:rPr lang="es-MX" sz="2400" dirty="0">
                <a:solidFill>
                  <a:schemeClr val="tx1"/>
                </a:solidFill>
                <a:latin typeface="Arial" panose="020B0604020202020204" pitchFamily="34" charset="0"/>
                <a:cs typeface="Arial" panose="020B0604020202020204" pitchFamily="34" charset="0"/>
              </a:rPr>
              <a:t>¿Cuál </a:t>
            </a:r>
            <a:r>
              <a:rPr lang="es-MX" sz="2400" dirty="0" smtClean="0">
                <a:solidFill>
                  <a:schemeClr val="tx1"/>
                </a:solidFill>
                <a:latin typeface="Arial" panose="020B0604020202020204" pitchFamily="34" charset="0"/>
                <a:cs typeface="Arial" panose="020B0604020202020204" pitchFamily="34" charset="0"/>
              </a:rPr>
              <a:t>ha sido su periodo favorito </a:t>
            </a:r>
            <a:r>
              <a:rPr lang="es-MX" sz="2400" dirty="0">
                <a:solidFill>
                  <a:schemeClr val="tx1"/>
                </a:solidFill>
                <a:latin typeface="Arial" panose="020B0604020202020204" pitchFamily="34" charset="0"/>
                <a:cs typeface="Arial" panose="020B0604020202020204" pitchFamily="34" charset="0"/>
              </a:rPr>
              <a:t>y por qué?</a:t>
            </a:r>
          </a:p>
          <a:p>
            <a:pPr marL="1984270" lvl="2" indent="-342900">
              <a:lnSpc>
                <a:spcPct val="115000"/>
              </a:lnSpc>
              <a:buFont typeface="+mj-lt"/>
              <a:buAutoNum type="alphaLcPeriod"/>
            </a:pPr>
            <a:r>
              <a:rPr lang="es-MX" sz="2400" dirty="0">
                <a:solidFill>
                  <a:schemeClr val="tx1"/>
                </a:solidFill>
                <a:latin typeface="Arial" panose="020B0604020202020204" pitchFamily="34" charset="0"/>
                <a:cs typeface="Arial" panose="020B0604020202020204" pitchFamily="34" charset="0"/>
              </a:rPr>
              <a:t>De acuerdo </a:t>
            </a:r>
            <a:r>
              <a:rPr lang="es-MX" sz="2400" dirty="0" smtClean="0">
                <a:solidFill>
                  <a:schemeClr val="tx1"/>
                </a:solidFill>
                <a:latin typeface="Arial" panose="020B0604020202020204" pitchFamily="34" charset="0"/>
                <a:cs typeface="Arial" panose="020B0604020202020204" pitchFamily="34" charset="0"/>
              </a:rPr>
              <a:t>con </a:t>
            </a:r>
            <a:r>
              <a:rPr lang="es-MX" sz="2400" dirty="0">
                <a:solidFill>
                  <a:schemeClr val="tx1"/>
                </a:solidFill>
                <a:latin typeface="Arial" panose="020B0604020202020204" pitchFamily="34" charset="0"/>
                <a:cs typeface="Arial" panose="020B0604020202020204" pitchFamily="34" charset="0"/>
              </a:rPr>
              <a:t>s</a:t>
            </a:r>
            <a:r>
              <a:rPr lang="es-MX" sz="2400" dirty="0" smtClean="0">
                <a:solidFill>
                  <a:schemeClr val="tx1"/>
                </a:solidFill>
                <a:latin typeface="Arial" panose="020B0604020202020204" pitchFamily="34" charset="0"/>
                <a:cs typeface="Arial" panose="020B0604020202020204" pitchFamily="34" charset="0"/>
              </a:rPr>
              <a:t>u </a:t>
            </a:r>
            <a:r>
              <a:rPr lang="es-MX" sz="2400" dirty="0">
                <a:solidFill>
                  <a:schemeClr val="tx1"/>
                </a:solidFill>
                <a:latin typeface="Arial" panose="020B0604020202020204" pitchFamily="34" charset="0"/>
                <a:cs typeface="Arial" panose="020B0604020202020204" pitchFamily="34" charset="0"/>
              </a:rPr>
              <a:t>respuesta </a:t>
            </a:r>
            <a:r>
              <a:rPr lang="es-MX" sz="2400" dirty="0" smtClean="0">
                <a:solidFill>
                  <a:schemeClr val="tx1"/>
                </a:solidFill>
                <a:latin typeface="Arial" panose="020B0604020202020204" pitchFamily="34" charset="0"/>
                <a:cs typeface="Arial" panose="020B0604020202020204" pitchFamily="34" charset="0"/>
              </a:rPr>
              <a:t>anterior, ¿qué </a:t>
            </a:r>
            <a:r>
              <a:rPr lang="es-MX" sz="2400" dirty="0">
                <a:solidFill>
                  <a:schemeClr val="tx1"/>
                </a:solidFill>
                <a:latin typeface="Arial" panose="020B0604020202020204" pitchFamily="34" charset="0"/>
                <a:cs typeface="Arial" panose="020B0604020202020204" pitchFamily="34" charset="0"/>
              </a:rPr>
              <a:t>l</a:t>
            </a:r>
            <a:r>
              <a:rPr lang="es-MX" sz="2400" dirty="0" smtClean="0">
                <a:solidFill>
                  <a:schemeClr val="tx1"/>
                </a:solidFill>
                <a:latin typeface="Arial" panose="020B0604020202020204" pitchFamily="34" charset="0"/>
                <a:cs typeface="Arial" panose="020B0604020202020204" pitchFamily="34" charset="0"/>
              </a:rPr>
              <a:t>e </a:t>
            </a:r>
            <a:r>
              <a:rPr lang="es-MX" sz="2400" dirty="0">
                <a:solidFill>
                  <a:schemeClr val="tx1"/>
                </a:solidFill>
                <a:latin typeface="Arial" panose="020B0604020202020204" pitchFamily="34" charset="0"/>
                <a:cs typeface="Arial" panose="020B0604020202020204" pitchFamily="34" charset="0"/>
              </a:rPr>
              <a:t>ha hecho sentir </a:t>
            </a:r>
            <a:r>
              <a:rPr lang="es-MX" sz="2400" dirty="0" smtClean="0">
                <a:solidFill>
                  <a:schemeClr val="tx1"/>
                </a:solidFill>
                <a:latin typeface="Arial" panose="020B0604020202020204" pitchFamily="34" charset="0"/>
                <a:cs typeface="Arial" panose="020B0604020202020204" pitchFamily="34" charset="0"/>
              </a:rPr>
              <a:t>escuchar </a:t>
            </a:r>
            <a:r>
              <a:rPr lang="es-MX" sz="2400" dirty="0">
                <a:solidFill>
                  <a:schemeClr val="tx1"/>
                </a:solidFill>
                <a:latin typeface="Arial" panose="020B0604020202020204" pitchFamily="34" charset="0"/>
                <a:cs typeface="Arial" panose="020B0604020202020204" pitchFamily="34" charset="0"/>
              </a:rPr>
              <a:t>estas composiciones musicales? </a:t>
            </a:r>
          </a:p>
          <a:p>
            <a:pPr marL="1984270" lvl="2" indent="-342900">
              <a:lnSpc>
                <a:spcPct val="115000"/>
              </a:lnSpc>
              <a:buFont typeface="+mj-lt"/>
              <a:buAutoNum type="alphaLcPeriod"/>
            </a:pPr>
            <a:endParaRPr lang="es-MX" sz="2400" dirty="0">
              <a:solidFill>
                <a:schemeClr val="tx1"/>
              </a:solidFill>
              <a:latin typeface="Arial" panose="020B0604020202020204" pitchFamily="34" charset="0"/>
              <a:cs typeface="Arial" panose="020B0604020202020204" pitchFamily="34" charset="0"/>
            </a:endParaRPr>
          </a:p>
          <a:p>
            <a:pPr marL="1277885" lvl="1" indent="-457200">
              <a:buFont typeface="+mj-lt"/>
              <a:buAutoNum type="arabicPeriod"/>
            </a:pPr>
            <a:r>
              <a:rPr lang="es-MX" sz="2400" dirty="0">
                <a:solidFill>
                  <a:schemeClr val="tx1"/>
                </a:solidFill>
                <a:latin typeface="Arial" panose="020B0604020202020204" pitchFamily="34" charset="0"/>
                <a:cs typeface="Arial" panose="020B0604020202020204" pitchFamily="34" charset="0"/>
              </a:rPr>
              <a:t>Participe en el foro </a:t>
            </a:r>
            <a:r>
              <a:rPr lang="es-MX" sz="2400" dirty="0" smtClean="0">
                <a:solidFill>
                  <a:schemeClr val="tx1"/>
                </a:solidFill>
                <a:latin typeface="Arial" panose="020B0604020202020204" pitchFamily="34" charset="0"/>
                <a:cs typeface="Arial" panose="020B0604020202020204" pitchFamily="34" charset="0"/>
              </a:rPr>
              <a:t>2 </a:t>
            </a:r>
            <a:r>
              <a:rPr lang="es-MX" sz="2400" dirty="0">
                <a:solidFill>
                  <a:schemeClr val="tx1"/>
                </a:solidFill>
                <a:latin typeface="Arial" panose="020B0604020202020204" pitchFamily="34" charset="0"/>
                <a:cs typeface="Arial" panose="020B0604020202020204" pitchFamily="34" charset="0"/>
              </a:rPr>
              <a:t>exponiendo </a:t>
            </a:r>
            <a:r>
              <a:rPr lang="es-MX" sz="2400" dirty="0" smtClean="0">
                <a:solidFill>
                  <a:schemeClr val="tx1"/>
                </a:solidFill>
                <a:latin typeface="Arial" panose="020B0604020202020204" pitchFamily="34" charset="0"/>
                <a:cs typeface="Arial" panose="020B0604020202020204" pitchFamily="34" charset="0"/>
              </a:rPr>
              <a:t>su respuesta </a:t>
            </a:r>
            <a:r>
              <a:rPr lang="es-MX" sz="2400" dirty="0">
                <a:solidFill>
                  <a:schemeClr val="tx1"/>
                </a:solidFill>
                <a:latin typeface="Arial" panose="020B0604020202020204" pitchFamily="34" charset="0"/>
                <a:cs typeface="Arial" panose="020B0604020202020204" pitchFamily="34" charset="0"/>
              </a:rPr>
              <a:t>a las </a:t>
            </a:r>
            <a:r>
              <a:rPr lang="es-MX" sz="2400" dirty="0">
                <a:latin typeface="Arial" panose="020B0604020202020204" pitchFamily="34" charset="0"/>
                <a:cs typeface="Arial" panose="020B0604020202020204" pitchFamily="34" charset="0"/>
              </a:rPr>
              <a:t>preguntas antes señaladas.</a:t>
            </a:r>
          </a:p>
          <a:p>
            <a:pPr marL="1277885" lvl="1" indent="-457200">
              <a:buFont typeface="+mj-lt"/>
              <a:buAutoNum type="arabicPeriod"/>
            </a:pPr>
            <a:r>
              <a:rPr lang="es-MX" sz="2400" dirty="0" smtClean="0">
                <a:latin typeface="Arial" panose="020B0604020202020204" pitchFamily="34" charset="0"/>
                <a:cs typeface="Arial" panose="020B0604020202020204" pitchFamily="34" charset="0"/>
              </a:rPr>
              <a:t>Su intervención </a:t>
            </a:r>
            <a:r>
              <a:rPr lang="es-MX" sz="2400" dirty="0">
                <a:latin typeface="Arial" panose="020B0604020202020204" pitchFamily="34" charset="0"/>
                <a:cs typeface="Arial" panose="020B0604020202020204" pitchFamily="34" charset="0"/>
              </a:rPr>
              <a:t>deberá apegarse estrictamente a las consideraciones descritas en las </a:t>
            </a:r>
            <a:r>
              <a:rPr lang="es-MX" sz="2400" dirty="0">
                <a:solidFill>
                  <a:srgbClr val="0070C0"/>
                </a:solidFill>
                <a:latin typeface="Arial" panose="020B0604020202020204" pitchFamily="34" charset="0"/>
                <a:cs typeface="Arial" panose="020B0604020202020204" pitchFamily="34" charset="0"/>
              </a:rPr>
              <a:t>Reglas para participar en foros de discusión. </a:t>
            </a:r>
          </a:p>
          <a:p>
            <a:pPr marL="1277885" lvl="1" indent="-457200">
              <a:buFont typeface="+mj-lt"/>
              <a:buAutoNum type="arabicPeriod"/>
            </a:pPr>
            <a:endParaRPr lang="es-MX" sz="2400" dirty="0">
              <a:latin typeface="Arial" panose="020B0604020202020204" pitchFamily="34" charset="0"/>
              <a:cs typeface="Arial" panose="020B0604020202020204" pitchFamily="34" charset="0"/>
            </a:endParaRPr>
          </a:p>
          <a:p>
            <a:r>
              <a:rPr lang="es-ES_tradnl" sz="2400" b="1" dirty="0">
                <a:latin typeface="Arial" panose="020B0604020202020204" pitchFamily="34" charset="0"/>
                <a:cs typeface="Arial" panose="020B0604020202020204" pitchFamily="34" charset="0"/>
              </a:rPr>
              <a:t>Criterios de </a:t>
            </a:r>
            <a:r>
              <a:rPr lang="es-ES_tradnl" sz="2400" b="1" dirty="0" smtClean="0">
                <a:latin typeface="Arial" panose="020B0604020202020204" pitchFamily="34" charset="0"/>
                <a:cs typeface="Arial" panose="020B0604020202020204" pitchFamily="34" charset="0"/>
              </a:rPr>
              <a:t>evaluación</a:t>
            </a:r>
            <a:r>
              <a:rPr lang="es-ES_tradnl" sz="2400" b="1" dirty="0">
                <a:latin typeface="Arial" panose="020B0604020202020204" pitchFamily="34" charset="0"/>
                <a:cs typeface="Arial" panose="020B0604020202020204" pitchFamily="34" charset="0"/>
              </a:rPr>
              <a:t>:</a:t>
            </a:r>
            <a:endParaRPr lang="es-MX" sz="2400" b="1" dirty="0">
              <a:latin typeface="Arial" panose="020B0604020202020204" pitchFamily="34" charset="0"/>
              <a:cs typeface="Arial" panose="020B0604020202020204" pitchFamily="34" charset="0"/>
            </a:endParaRPr>
          </a:p>
          <a:p>
            <a:pPr lvl="1"/>
            <a:r>
              <a:rPr lang="es-MX" sz="2400" dirty="0">
                <a:latin typeface="Arial" panose="020B0604020202020204" pitchFamily="34" charset="0"/>
                <a:cs typeface="Arial" panose="020B0604020202020204" pitchFamily="34" charset="0"/>
              </a:rPr>
              <a:t>1. </a:t>
            </a:r>
            <a:r>
              <a:rPr lang="es-MX" sz="2400" dirty="0">
                <a:solidFill>
                  <a:schemeClr val="tx1"/>
                </a:solidFill>
                <a:latin typeface="Arial" panose="020B0604020202020204" pitchFamily="34" charset="0"/>
                <a:cs typeface="Arial" panose="020B0604020202020204" pitchFamily="34" charset="0"/>
              </a:rPr>
              <a:t>Apego a las instrucciones para la elaboración de la actividad.</a:t>
            </a:r>
          </a:p>
          <a:p>
            <a:pPr lvl="1"/>
            <a:r>
              <a:rPr lang="es-MX" sz="2400" dirty="0">
                <a:solidFill>
                  <a:schemeClr val="tx1"/>
                </a:solidFill>
                <a:latin typeface="Arial" panose="020B0604020202020204" pitchFamily="34" charset="0"/>
                <a:cs typeface="Arial" panose="020B0604020202020204" pitchFamily="34" charset="0"/>
              </a:rPr>
              <a:t>2. Redacción y ortografía adecuadas.</a:t>
            </a:r>
          </a:p>
          <a:p>
            <a:pPr lvl="1"/>
            <a:r>
              <a:rPr lang="es-MX" sz="2400" dirty="0">
                <a:solidFill>
                  <a:schemeClr val="tx1"/>
                </a:solidFill>
                <a:latin typeface="Arial" panose="020B0604020202020204" pitchFamily="34" charset="0"/>
                <a:cs typeface="Arial" panose="020B0604020202020204" pitchFamily="34" charset="0"/>
              </a:rPr>
              <a:t>3. Coherencia y organización de ideas. </a:t>
            </a:r>
          </a:p>
          <a:p>
            <a:pPr lvl="1"/>
            <a:endParaRPr lang="es-MX" sz="2400" i="1" dirty="0">
              <a:solidFill>
                <a:schemeClr val="tx1"/>
              </a:solidFill>
              <a:latin typeface="Arial" panose="020B0604020202020204" pitchFamily="34" charset="0"/>
              <a:cs typeface="Arial" panose="020B0604020202020204" pitchFamily="34" charset="0"/>
            </a:endParaRPr>
          </a:p>
          <a:p>
            <a:r>
              <a:rPr lang="es-MX" sz="2400" b="1" dirty="0" smtClean="0">
                <a:solidFill>
                  <a:schemeClr val="tx1"/>
                </a:solidFill>
                <a:latin typeface="Arial" panose="020B0604020202020204" pitchFamily="34" charset="0"/>
                <a:cs typeface="Arial" panose="020B0604020202020204" pitchFamily="34" charset="0"/>
              </a:rPr>
              <a:t>Lineamientos </a:t>
            </a:r>
            <a:r>
              <a:rPr lang="es-MX" sz="2400" b="1" dirty="0">
                <a:solidFill>
                  <a:schemeClr val="tx1"/>
                </a:solidFill>
                <a:latin typeface="Arial" panose="020B0604020202020204" pitchFamily="34" charset="0"/>
                <a:cs typeface="Arial" panose="020B0604020202020204" pitchFamily="34" charset="0"/>
              </a:rPr>
              <a:t>de entrega:</a:t>
            </a:r>
          </a:p>
          <a:p>
            <a:pPr marL="1276350" lvl="1" indent="-457200">
              <a:buFont typeface="+mj-lt"/>
              <a:buAutoNum type="arabicPeriod"/>
            </a:pPr>
            <a:r>
              <a:rPr lang="es-MX" sz="2400" dirty="0" smtClean="0">
                <a:solidFill>
                  <a:schemeClr val="tx1"/>
                </a:solidFill>
                <a:latin typeface="Arial" panose="020B0604020202020204" pitchFamily="34" charset="0"/>
                <a:cs typeface="Arial" panose="020B0604020202020204" pitchFamily="34" charset="0"/>
              </a:rPr>
              <a:t>Integre </a:t>
            </a:r>
            <a:r>
              <a:rPr lang="es-MX" sz="2400" dirty="0">
                <a:solidFill>
                  <a:schemeClr val="tx1"/>
                </a:solidFill>
                <a:latin typeface="Arial" panose="020B0604020202020204" pitchFamily="34" charset="0"/>
                <a:cs typeface="Arial" panose="020B0604020202020204" pitchFamily="34" charset="0"/>
              </a:rPr>
              <a:t>s</a:t>
            </a:r>
            <a:r>
              <a:rPr lang="es-MX" sz="2400" dirty="0" smtClean="0">
                <a:solidFill>
                  <a:schemeClr val="tx1"/>
                </a:solidFill>
                <a:latin typeface="Arial" panose="020B0604020202020204" pitchFamily="34" charset="0"/>
                <a:cs typeface="Arial" panose="020B0604020202020204" pitchFamily="34" charset="0"/>
              </a:rPr>
              <a:t>u </a:t>
            </a:r>
            <a:r>
              <a:rPr lang="es-MX" sz="2400" dirty="0">
                <a:solidFill>
                  <a:schemeClr val="tx1"/>
                </a:solidFill>
                <a:latin typeface="Arial" panose="020B0604020202020204" pitchFamily="34" charset="0"/>
                <a:cs typeface="Arial" panose="020B0604020202020204" pitchFamily="34" charset="0"/>
              </a:rPr>
              <a:t>participación al Foro:</a:t>
            </a:r>
            <a:r>
              <a:rPr lang="es-MX" sz="2400" b="1" dirty="0">
                <a:solidFill>
                  <a:schemeClr val="tx1"/>
                </a:solidFill>
                <a:latin typeface="Arial" panose="020B0604020202020204" pitchFamily="34" charset="0"/>
                <a:cs typeface="Arial" panose="020B0604020202020204" pitchFamily="34" charset="0"/>
              </a:rPr>
              <a:t> Música de 1750 a la época impresionista, </a:t>
            </a:r>
            <a:r>
              <a:rPr lang="es-MX" sz="2400" dirty="0">
                <a:solidFill>
                  <a:schemeClr val="tx1"/>
                </a:solidFill>
                <a:latin typeface="Arial" panose="020B0604020202020204" pitchFamily="34" charset="0"/>
                <a:cs typeface="Arial" panose="020B0604020202020204" pitchFamily="34" charset="0"/>
              </a:rPr>
              <a:t> en la plataforma EMINUS 4, a más tardar en la fecha establecida en el </a:t>
            </a:r>
            <a:r>
              <a:rPr lang="es-MX" sz="2400" b="1" dirty="0">
                <a:solidFill>
                  <a:schemeClr val="tx1"/>
                </a:solidFill>
                <a:latin typeface="Arial" panose="020B0604020202020204" pitchFamily="34" charset="0"/>
                <a:cs typeface="Arial" panose="020B0604020202020204" pitchFamily="34" charset="0"/>
              </a:rPr>
              <a:t>Calendario</a:t>
            </a:r>
            <a:r>
              <a:rPr lang="es-MX" sz="2400" dirty="0">
                <a:solidFill>
                  <a:schemeClr val="tx1"/>
                </a:solidFill>
                <a:latin typeface="Arial" panose="020B0604020202020204" pitchFamily="34" charset="0"/>
                <a:cs typeface="Arial" panose="020B0604020202020204" pitchFamily="34" charset="0"/>
              </a:rPr>
              <a:t> de </a:t>
            </a:r>
            <a:r>
              <a:rPr lang="es-MX" sz="2400" dirty="0" smtClean="0">
                <a:solidFill>
                  <a:schemeClr val="tx1"/>
                </a:solidFill>
                <a:latin typeface="Arial" panose="020B0604020202020204" pitchFamily="34" charset="0"/>
                <a:cs typeface="Arial" panose="020B0604020202020204" pitchFamily="34" charset="0"/>
              </a:rPr>
              <a:t>entregas.</a:t>
            </a:r>
            <a:endParaRPr lang="es-MX" sz="2400" dirty="0">
              <a:solidFill>
                <a:schemeClr val="tx1"/>
              </a:solidFill>
              <a:latin typeface="Arial" panose="020B0604020202020204" pitchFamily="34" charset="0"/>
              <a:cs typeface="Arial" panose="020B0604020202020204" pitchFamily="34" charset="0"/>
            </a:endParaRPr>
          </a:p>
          <a:p>
            <a:pPr lvl="1"/>
            <a:r>
              <a:rPr lang="es-MX" sz="2400" dirty="0">
                <a:solidFill>
                  <a:srgbClr val="FF0000"/>
                </a:solidFill>
                <a:latin typeface="Arial" panose="020B0604020202020204" pitchFamily="34" charset="0"/>
                <a:cs typeface="Arial" panose="020B0604020202020204" pitchFamily="34" charset="0"/>
              </a:rPr>
              <a:t> </a:t>
            </a:r>
            <a:endParaRPr lang="es-MX" sz="2800" dirty="0">
              <a:effectLst>
                <a:glow rad="101600">
                  <a:srgbClr val="FFC000">
                    <a:alpha val="60000"/>
                  </a:srgbClr>
                </a:glow>
              </a:effectLst>
              <a:latin typeface="Arial" panose="020B0604020202020204" pitchFamily="34" charset="0"/>
              <a:cs typeface="Arial" panose="020B0604020202020204" pitchFamily="34" charset="0"/>
            </a:endParaRPr>
          </a:p>
          <a:p>
            <a:pPr algn="ctr"/>
            <a:endParaRPr lang="es-MX" sz="2800" b="1" dirty="0">
              <a:latin typeface="Arial" panose="020B0604020202020204" pitchFamily="34" charset="0"/>
              <a:cs typeface="Arial" panose="020B0604020202020204" pitchFamily="34" charset="0"/>
            </a:endParaRPr>
          </a:p>
        </p:txBody>
      </p:sp>
      <p:sp>
        <p:nvSpPr>
          <p:cNvPr id="3" name="Rectángulo 2"/>
          <p:cNvSpPr/>
          <p:nvPr/>
        </p:nvSpPr>
        <p:spPr>
          <a:xfrm>
            <a:off x="18734677" y="9240781"/>
            <a:ext cx="3797935" cy="2578270"/>
          </a:xfrm>
          <a:prstGeom prst="rect">
            <a:avLst/>
          </a:prstGeom>
          <a:solidFill>
            <a:srgbClr val="FFFF00"/>
          </a:solidFill>
        </p:spPr>
        <p:txBody>
          <a:bodyPr wrap="square">
            <a:spAutoFit/>
          </a:bodyPr>
          <a:lstStyle/>
          <a:p>
            <a:r>
              <a:rPr lang="es-MX" dirty="0"/>
              <a:t>Hipervínculo a https://celuladgdaie.github.io/EMDR/pdfs/Reglas%20Foros%20de%20discusion.pdf</a:t>
            </a:r>
          </a:p>
        </p:txBody>
      </p:sp>
    </p:spTree>
    <p:extLst>
      <p:ext uri="{BB962C8B-B14F-4D97-AF65-F5344CB8AC3E}">
        <p14:creationId xmlns:p14="http://schemas.microsoft.com/office/powerpoint/2010/main" val="2712198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C24E2146-BDD6-4FAF-8044-A58FA64894D3}"/>
              </a:ext>
            </a:extLst>
          </p:cNvPr>
          <p:cNvSpPr txBox="1"/>
          <p:nvPr/>
        </p:nvSpPr>
        <p:spPr>
          <a:xfrm>
            <a:off x="655320" y="804793"/>
            <a:ext cx="18501360" cy="15162356"/>
          </a:xfrm>
          <a:prstGeom prst="rect">
            <a:avLst/>
          </a:prstGeom>
          <a:noFill/>
        </p:spPr>
        <p:txBody>
          <a:bodyPr wrap="square" lIns="91440" tIns="45720" rIns="91440" bIns="45720" anchor="t">
            <a:spAutoFit/>
          </a:bodyPr>
          <a:lstStyle/>
          <a:p>
            <a:pPr marL="450215" indent="-450215" algn="ctr">
              <a:spcAft>
                <a:spcPts val="800"/>
              </a:spcAft>
            </a:pPr>
            <a:r>
              <a:rPr lang="es-ES_tradnl" altLang="es-MX" sz="3200" b="1" dirty="0">
                <a:latin typeface="Arial" panose="020B0604020202020204" pitchFamily="34" charset="0"/>
                <a:cs typeface="Arial" panose="020B0604020202020204" pitchFamily="34" charset="0"/>
              </a:rPr>
              <a:t>Fuentes de información</a:t>
            </a:r>
          </a:p>
          <a:p>
            <a:pPr marL="450215" indent="-450215">
              <a:spcAft>
                <a:spcPts val="800"/>
              </a:spcAft>
            </a:pPr>
            <a:endParaRPr lang="es-MX" sz="3200" b="1" dirty="0">
              <a:latin typeface="Arial" panose="020B0604020202020204" pitchFamily="34" charset="0"/>
              <a:cs typeface="Arial" panose="020B0604020202020204" pitchFamily="34" charset="0"/>
            </a:endParaRPr>
          </a:p>
          <a:p>
            <a:pPr marL="450215" indent="-450215">
              <a:spcAft>
                <a:spcPts val="800"/>
              </a:spcAft>
            </a:pPr>
            <a:r>
              <a:rPr lang="es-MX" sz="3200" b="1" dirty="0">
                <a:latin typeface="Arial" panose="020B0604020202020204" pitchFamily="34" charset="0"/>
                <a:cs typeface="Arial" panose="020B0604020202020204" pitchFamily="34" charset="0"/>
              </a:rPr>
              <a:t>Básicas</a:t>
            </a:r>
          </a:p>
          <a:p>
            <a:pPr marL="450215" indent="-450215">
              <a:spcAft>
                <a:spcPts val="800"/>
              </a:spcAft>
            </a:pPr>
            <a:endParaRPr lang="es-MX" sz="2400" dirty="0">
              <a:highlight>
                <a:srgbClr val="00FFFF"/>
              </a:highlight>
              <a:latin typeface="Arial" panose="020B0604020202020204" pitchFamily="34" charset="0"/>
              <a:ea typeface="Calibri" panose="020F0502020204030204" pitchFamily="34" charset="0"/>
              <a:cs typeface="Arial" panose="020B0604020202020204" pitchFamily="34" charset="0"/>
            </a:endParaRPr>
          </a:p>
          <a:p>
            <a:pPr lvl="0"/>
            <a:r>
              <a:rPr lang="es-MX" sz="2400" dirty="0">
                <a:latin typeface="Arial" panose="020B0604020202020204" pitchFamily="34" charset="0"/>
                <a:cs typeface="Arial" panose="020B0604020202020204" pitchFamily="34" charset="0"/>
              </a:rPr>
              <a:t>Mozart, W. A. (2003). </a:t>
            </a:r>
            <a:r>
              <a:rPr lang="es-MX" sz="2400" dirty="0" err="1">
                <a:latin typeface="Arial" panose="020B0604020202020204" pitchFamily="34" charset="0"/>
                <a:cs typeface="Arial" panose="020B0604020202020204" pitchFamily="34" charset="0"/>
              </a:rPr>
              <a:t>Concerto</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for</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Flute</a:t>
            </a:r>
            <a:r>
              <a:rPr lang="es-MX" sz="2400" dirty="0">
                <a:latin typeface="Arial" panose="020B0604020202020204" pitchFamily="34" charset="0"/>
                <a:cs typeface="Arial" panose="020B0604020202020204" pitchFamily="34" charset="0"/>
              </a:rPr>
              <a:t> and </a:t>
            </a:r>
            <a:r>
              <a:rPr lang="es-MX" sz="2400" dirty="0" err="1">
                <a:latin typeface="Arial" panose="020B0604020202020204" pitchFamily="34" charset="0"/>
                <a:cs typeface="Arial" panose="020B0604020202020204" pitchFamily="34" charset="0"/>
              </a:rPr>
              <a:t>Harp</a:t>
            </a:r>
            <a:r>
              <a:rPr lang="es-MX" sz="2400" dirty="0">
                <a:latin typeface="Arial" panose="020B0604020202020204" pitchFamily="34" charset="0"/>
                <a:cs typeface="Arial" panose="020B0604020202020204" pitchFamily="34" charset="0"/>
              </a:rPr>
              <a:t> in C </a:t>
            </a:r>
            <a:r>
              <a:rPr lang="es-MX" sz="2400" dirty="0" err="1">
                <a:latin typeface="Arial" panose="020B0604020202020204" pitchFamily="34" charset="0"/>
                <a:cs typeface="Arial" panose="020B0604020202020204" pitchFamily="34" charset="0"/>
              </a:rPr>
              <a:t>Major</a:t>
            </a:r>
            <a:r>
              <a:rPr lang="es-MX" sz="2400" dirty="0">
                <a:latin typeface="Arial" panose="020B0604020202020204" pitchFamily="34" charset="0"/>
                <a:cs typeface="Arial" panose="020B0604020202020204" pitchFamily="34" charset="0"/>
              </a:rPr>
              <a:t>, K. 299, II. Andantino [obra grabada por </a:t>
            </a:r>
            <a:r>
              <a:rPr lang="es-MX" sz="2400" dirty="0" err="1">
                <a:latin typeface="Arial" panose="020B0604020202020204" pitchFamily="34" charset="0"/>
                <a:cs typeface="Arial" panose="020B0604020202020204" pitchFamily="34" charset="0"/>
              </a:rPr>
              <a:t>Gallois</a:t>
            </a:r>
            <a:r>
              <a:rPr lang="es-MX" sz="2400" dirty="0">
                <a:latin typeface="Arial" panose="020B0604020202020204" pitchFamily="34" charset="0"/>
                <a:cs typeface="Arial" panose="020B0604020202020204" pitchFamily="34" charset="0"/>
              </a:rPr>
              <a:t>, P., Pierre, F., Shaw, R., y </a:t>
            </a:r>
            <a:r>
              <a:rPr lang="es-MX" sz="2400" dirty="0" err="1">
                <a:latin typeface="Arial" panose="020B0604020202020204" pitchFamily="34" charset="0"/>
                <a:cs typeface="Arial" panose="020B0604020202020204" pitchFamily="34" charset="0"/>
              </a:rPr>
              <a:t>Swedish</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Chamber</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Orchestra</a:t>
            </a:r>
            <a:r>
              <a:rPr lang="es-MX" sz="2400" dirty="0">
                <a:latin typeface="Arial" panose="020B0604020202020204" pitchFamily="34" charset="0"/>
                <a:cs typeface="Arial" panose="020B0604020202020204" pitchFamily="34" charset="0"/>
              </a:rPr>
              <a:t>] En </a:t>
            </a:r>
            <a:r>
              <a:rPr lang="es-MX" sz="2400" i="1" dirty="0">
                <a:latin typeface="Arial" panose="020B0604020202020204" pitchFamily="34" charset="0"/>
                <a:cs typeface="Arial" panose="020B0604020202020204" pitchFamily="34" charset="0"/>
              </a:rPr>
              <a:t>Mozart: </a:t>
            </a:r>
            <a:r>
              <a:rPr lang="es-MX" sz="2400" i="1" dirty="0" err="1">
                <a:latin typeface="Arial" panose="020B0604020202020204" pitchFamily="34" charset="0"/>
                <a:cs typeface="Arial" panose="020B0604020202020204" pitchFamily="34" charset="0"/>
              </a:rPr>
              <a:t>Flute</a:t>
            </a:r>
            <a:r>
              <a:rPr lang="es-MX" sz="2400" i="1" dirty="0">
                <a:latin typeface="Arial" panose="020B0604020202020204" pitchFamily="34" charset="0"/>
                <a:cs typeface="Arial" panose="020B0604020202020204" pitchFamily="34" charset="0"/>
              </a:rPr>
              <a:t> </a:t>
            </a:r>
            <a:r>
              <a:rPr lang="es-MX" sz="2400" i="1" dirty="0" err="1">
                <a:latin typeface="Arial" panose="020B0604020202020204" pitchFamily="34" charset="0"/>
                <a:cs typeface="Arial" panose="020B0604020202020204" pitchFamily="34" charset="0"/>
              </a:rPr>
              <a:t>concertos</a:t>
            </a:r>
            <a:r>
              <a:rPr lang="es-MX" sz="2400" i="1" dirty="0">
                <a:latin typeface="Arial" panose="020B0604020202020204" pitchFamily="34" charset="0"/>
                <a:cs typeface="Arial" panose="020B0604020202020204" pitchFamily="34" charset="0"/>
              </a:rPr>
              <a:t> nos. 1 and 2 / Concerto for Flute and Harp.</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Naxos (obra </a:t>
            </a:r>
            <a:r>
              <a:rPr lang="es-MX" sz="2400" dirty="0">
                <a:latin typeface="Arial" panose="020B0604020202020204" pitchFamily="34" charset="0"/>
                <a:cs typeface="Arial" panose="020B0604020202020204" pitchFamily="34" charset="0"/>
              </a:rPr>
              <a:t>original publicada en 1778)  Track: </a:t>
            </a:r>
            <a:r>
              <a:rPr lang="es-MX" sz="2400" dirty="0" smtClean="0">
                <a:latin typeface="Arial" panose="020B0604020202020204" pitchFamily="34" charset="0"/>
                <a:cs typeface="Arial" panose="020B0604020202020204" pitchFamily="34" charset="0"/>
              </a:rPr>
              <a:t>5.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8.557011.</a:t>
            </a:r>
            <a:endParaRPr lang="es-MX" sz="2400" dirty="0">
              <a:latin typeface="Arial" panose="020B0604020202020204" pitchFamily="34" charset="0"/>
              <a:cs typeface="Arial" panose="020B0604020202020204" pitchFamily="34" charset="0"/>
            </a:endParaRPr>
          </a:p>
          <a:p>
            <a:pPr lvl="0"/>
            <a:endParaRPr lang="es-MX" sz="2400" dirty="0">
              <a:latin typeface="Arial" panose="020B0604020202020204" pitchFamily="34" charset="0"/>
              <a:cs typeface="Arial" panose="020B0604020202020204" pitchFamily="34" charset="0"/>
            </a:endParaRPr>
          </a:p>
          <a:p>
            <a:r>
              <a:rPr lang="es-MX" sz="2400" dirty="0">
                <a:latin typeface="Arial" panose="020B0604020202020204" pitchFamily="34" charset="0"/>
                <a:cs typeface="Arial" panose="020B0604020202020204" pitchFamily="34" charset="0"/>
              </a:rPr>
              <a:t>Beethoven, L. V. (2015) </a:t>
            </a:r>
            <a:r>
              <a:rPr lang="es-MX" sz="2400" dirty="0" err="1">
                <a:latin typeface="Arial" panose="020B0604020202020204" pitchFamily="34" charset="0"/>
                <a:cs typeface="Arial" panose="020B0604020202020204" pitchFamily="34" charset="0"/>
              </a:rPr>
              <a:t>Violin</a:t>
            </a:r>
            <a:r>
              <a:rPr lang="es-MX" sz="2400" dirty="0">
                <a:latin typeface="Arial" panose="020B0604020202020204" pitchFamily="34" charset="0"/>
                <a:cs typeface="Arial" panose="020B0604020202020204" pitchFamily="34" charset="0"/>
              </a:rPr>
              <a:t> Sonata No. 5 in F </a:t>
            </a:r>
            <a:r>
              <a:rPr lang="es-MX" sz="2400" dirty="0" err="1">
                <a:latin typeface="Arial" panose="020B0604020202020204" pitchFamily="34" charset="0"/>
                <a:cs typeface="Arial" panose="020B0604020202020204" pitchFamily="34" charset="0"/>
              </a:rPr>
              <a:t>Major</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Op</a:t>
            </a:r>
            <a:r>
              <a:rPr lang="es-MX" sz="2400" dirty="0">
                <a:latin typeface="Arial" panose="020B0604020202020204" pitchFamily="34" charset="0"/>
                <a:cs typeface="Arial" panose="020B0604020202020204" pitchFamily="34" charset="0"/>
              </a:rPr>
              <a:t>. 24, "Spring": I. Allegro [obra grabada por Park, J. H. y Lepper, S.] En </a:t>
            </a:r>
            <a:r>
              <a:rPr lang="es-MX" sz="2400" i="1" dirty="0">
                <a:latin typeface="Arial" panose="020B0604020202020204" pitchFamily="34" charset="0"/>
                <a:cs typeface="Arial" panose="020B0604020202020204" pitchFamily="34" charset="0"/>
              </a:rPr>
              <a:t>Beethoven, Schubert, Brahms, Violin sonatas. </a:t>
            </a:r>
            <a:r>
              <a:rPr lang="es-MX" sz="2400" dirty="0" smtClean="0">
                <a:latin typeface="Arial" panose="020B0604020202020204" pitchFamily="34" charset="0"/>
                <a:cs typeface="Arial" panose="020B0604020202020204" pitchFamily="34" charset="0"/>
              </a:rPr>
              <a:t>Decca (obra </a:t>
            </a:r>
            <a:r>
              <a:rPr lang="es-MX" sz="2400" dirty="0">
                <a:latin typeface="Arial" panose="020B0604020202020204" pitchFamily="34" charset="0"/>
                <a:cs typeface="Arial" panose="020B0604020202020204" pitchFamily="34" charset="0"/>
              </a:rPr>
              <a:t>original publicada en 1781) Track: </a:t>
            </a:r>
            <a:r>
              <a:rPr lang="es-MX" sz="2400" dirty="0" smtClean="0">
                <a:latin typeface="Arial" panose="020B0604020202020204" pitchFamily="34" charset="0"/>
                <a:cs typeface="Arial" panose="020B0604020202020204" pitchFamily="34" charset="0"/>
              </a:rPr>
              <a:t>1.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00028948117093.</a:t>
            </a:r>
            <a:endParaRPr lang="es-MX" sz="2400"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a:p>
            <a:pPr lvl="0"/>
            <a:r>
              <a:rPr lang="es-MX" sz="2400" dirty="0">
                <a:latin typeface="Arial" panose="020B0604020202020204" pitchFamily="34" charset="0"/>
                <a:cs typeface="Arial" panose="020B0604020202020204" pitchFamily="34" charset="0"/>
              </a:rPr>
              <a:t>Beethoven, L. V. (2019). </a:t>
            </a:r>
            <a:r>
              <a:rPr lang="es-MX" sz="2400" dirty="0" err="1">
                <a:latin typeface="Arial" panose="020B0604020202020204" pitchFamily="34" charset="0"/>
                <a:cs typeface="Arial" panose="020B0604020202020204" pitchFamily="34" charset="0"/>
              </a:rPr>
              <a:t>Symphony</a:t>
            </a:r>
            <a:r>
              <a:rPr lang="es-MX" sz="2400" dirty="0">
                <a:latin typeface="Arial" panose="020B0604020202020204" pitchFamily="34" charset="0"/>
                <a:cs typeface="Arial" panose="020B0604020202020204" pitchFamily="34" charset="0"/>
              </a:rPr>
              <a:t> No. 6 in F </a:t>
            </a:r>
            <a:r>
              <a:rPr lang="es-MX" sz="2400" dirty="0" err="1">
                <a:latin typeface="Arial" panose="020B0604020202020204" pitchFamily="34" charset="0"/>
                <a:cs typeface="Arial" panose="020B0604020202020204" pitchFamily="34" charset="0"/>
              </a:rPr>
              <a:t>Major</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Op</a:t>
            </a:r>
            <a:r>
              <a:rPr lang="es-MX" sz="2400" dirty="0">
                <a:latin typeface="Arial" panose="020B0604020202020204" pitchFamily="34" charset="0"/>
                <a:cs typeface="Arial" panose="020B0604020202020204" pitchFamily="34" charset="0"/>
              </a:rPr>
              <a:t>. 68, "Pastoral” [obra grabada por West German Radio Symphony Orchestra y Janowski, M.] En </a:t>
            </a:r>
            <a:r>
              <a:rPr lang="es-MX" sz="2400" i="1" dirty="0">
                <a:latin typeface="Arial" panose="020B0604020202020204" pitchFamily="34" charset="0"/>
                <a:cs typeface="Arial" panose="020B0604020202020204" pitchFamily="34" charset="0"/>
              </a:rPr>
              <a:t>Beethoven Sympphonies 5 &amp; 6.</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Pentatone (obra </a:t>
            </a:r>
            <a:r>
              <a:rPr lang="es-MX" sz="2400" dirty="0">
                <a:latin typeface="Arial" panose="020B0604020202020204" pitchFamily="34" charset="0"/>
                <a:cs typeface="Arial" panose="020B0604020202020204" pitchFamily="34" charset="0"/>
              </a:rPr>
              <a:t>original publicada en 1808)  Tracks: </a:t>
            </a:r>
            <a:r>
              <a:rPr lang="en-US" sz="2400" dirty="0">
                <a:latin typeface="Arial" panose="020B0604020202020204" pitchFamily="34" charset="0"/>
                <a:cs typeface="Arial" panose="020B0604020202020204" pitchFamily="34" charset="0"/>
              </a:rPr>
              <a:t>5, 6, 7, 8 y </a:t>
            </a:r>
            <a:r>
              <a:rPr lang="en-US" sz="2400" dirty="0" smtClean="0">
                <a:latin typeface="Arial" panose="020B0604020202020204" pitchFamily="34" charset="0"/>
                <a:cs typeface="Arial" panose="020B0604020202020204" pitchFamily="34" charset="0"/>
              </a:rPr>
              <a:t>9. </a:t>
            </a:r>
            <a:r>
              <a:rPr lang="en-US" sz="2400" dirty="0" err="1" smtClean="0">
                <a:latin typeface="Arial" panose="020B0604020202020204" pitchFamily="34" charset="0"/>
                <a:cs typeface="Arial" panose="020B0604020202020204" pitchFamily="34" charset="0"/>
              </a:rPr>
              <a:t>Número</a:t>
            </a: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de </a:t>
            </a:r>
            <a:r>
              <a:rPr lang="en-US" sz="2400" dirty="0" err="1" smtClean="0">
                <a:latin typeface="Arial" panose="020B0604020202020204" pitchFamily="34" charset="0"/>
                <a:cs typeface="Arial" panose="020B0604020202020204" pitchFamily="34" charset="0"/>
              </a:rPr>
              <a:t>catálogo</a:t>
            </a:r>
            <a:r>
              <a:rPr lang="en-US"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PTC5186809.</a:t>
            </a:r>
            <a:endParaRPr lang="es-MX" sz="2400" dirty="0">
              <a:latin typeface="Arial" panose="020B0604020202020204" pitchFamily="34" charset="0"/>
              <a:cs typeface="Arial" panose="020B0604020202020204" pitchFamily="34" charset="0"/>
            </a:endParaRPr>
          </a:p>
          <a:p>
            <a:pPr lvl="0"/>
            <a:endParaRPr lang="es-MX" sz="2400" dirty="0">
              <a:latin typeface="Arial" panose="020B0604020202020204" pitchFamily="34" charset="0"/>
              <a:cs typeface="Arial" panose="020B0604020202020204" pitchFamily="34" charset="0"/>
            </a:endParaRPr>
          </a:p>
          <a:p>
            <a:r>
              <a:rPr lang="es-MX" sz="2400" dirty="0">
                <a:latin typeface="Arial" panose="020B0604020202020204" pitchFamily="34" charset="0"/>
                <a:cs typeface="Arial" panose="020B0604020202020204" pitchFamily="34" charset="0"/>
              </a:rPr>
              <a:t>Beethoven, L. V. (2019). IV, </a:t>
            </a:r>
            <a:r>
              <a:rPr lang="es-MX" sz="2400" dirty="0" err="1">
                <a:latin typeface="Arial" panose="020B0604020202020204" pitchFamily="34" charset="0"/>
                <a:cs typeface="Arial" panose="020B0604020202020204" pitchFamily="34" charset="0"/>
              </a:rPr>
              <a:t>Finale</a:t>
            </a:r>
            <a:r>
              <a:rPr lang="es-MX" sz="2400" dirty="0">
                <a:latin typeface="Arial" panose="020B0604020202020204" pitchFamily="34" charset="0"/>
                <a:cs typeface="Arial" panose="020B0604020202020204" pitchFamily="34" charset="0"/>
              </a:rPr>
              <a:t>: Presto - Allegro </a:t>
            </a:r>
            <a:r>
              <a:rPr lang="es-MX" sz="2400" dirty="0" err="1">
                <a:latin typeface="Arial" panose="020B0604020202020204" pitchFamily="34" charset="0"/>
                <a:cs typeface="Arial" panose="020B0604020202020204" pitchFamily="34" charset="0"/>
              </a:rPr>
              <a:t>assai</a:t>
            </a:r>
            <a:r>
              <a:rPr lang="es-MX" sz="2400" dirty="0">
                <a:latin typeface="Arial" panose="020B0604020202020204" pitchFamily="34" charset="0"/>
                <a:cs typeface="Arial" panose="020B0604020202020204" pitchFamily="34" charset="0"/>
              </a:rPr>
              <a:t> [obra grabada por </a:t>
            </a:r>
            <a:r>
              <a:rPr lang="es-MX" sz="2400" dirty="0" err="1">
                <a:latin typeface="Arial" panose="020B0604020202020204" pitchFamily="34" charset="0"/>
                <a:cs typeface="Arial" panose="020B0604020202020204" pitchFamily="34" charset="0"/>
              </a:rPr>
              <a:t>Resnik</a:t>
            </a:r>
            <a:r>
              <a:rPr lang="es-MX" sz="2400" dirty="0">
                <a:latin typeface="Arial" panose="020B0604020202020204" pitchFamily="34" charset="0"/>
                <a:cs typeface="Arial" panose="020B0604020202020204" pitchFamily="34" charset="0"/>
              </a:rPr>
              <a:t>, R., </a:t>
            </a:r>
            <a:r>
              <a:rPr lang="es-MX" sz="2400" dirty="0" err="1">
                <a:latin typeface="Arial" panose="020B0604020202020204" pitchFamily="34" charset="0"/>
                <a:cs typeface="Arial" panose="020B0604020202020204" pitchFamily="34" charset="0"/>
              </a:rPr>
              <a:t>Söderström</a:t>
            </a:r>
            <a:r>
              <a:rPr lang="es-MX" sz="2400" dirty="0">
                <a:latin typeface="Arial" panose="020B0604020202020204" pitchFamily="34" charset="0"/>
                <a:cs typeface="Arial" panose="020B0604020202020204" pitchFamily="34" charset="0"/>
              </a:rPr>
              <a:t>, E., </a:t>
            </a:r>
            <a:r>
              <a:rPr lang="es-MX" sz="2400" dirty="0" err="1">
                <a:latin typeface="Arial" panose="020B0604020202020204" pitchFamily="34" charset="0"/>
                <a:cs typeface="Arial" panose="020B0604020202020204" pitchFamily="34" charset="0"/>
              </a:rPr>
              <a:t>Vickers</a:t>
            </a:r>
            <a:r>
              <a:rPr lang="es-MX" sz="2400" dirty="0">
                <a:latin typeface="Arial" panose="020B0604020202020204" pitchFamily="34" charset="0"/>
                <a:cs typeface="Arial" panose="020B0604020202020204" pitchFamily="34" charset="0"/>
              </a:rPr>
              <a:t>, J., Ward, D., </a:t>
            </a:r>
            <a:r>
              <a:rPr lang="es-MX" sz="2400" dirty="0" err="1">
                <a:latin typeface="Arial" panose="020B0604020202020204" pitchFamily="34" charset="0"/>
                <a:cs typeface="Arial" panose="020B0604020202020204" pitchFamily="34" charset="0"/>
              </a:rPr>
              <a:t>The</a:t>
            </a:r>
            <a:r>
              <a:rPr lang="es-MX" sz="2400" dirty="0">
                <a:latin typeface="Arial" panose="020B0604020202020204" pitchFamily="34" charset="0"/>
                <a:cs typeface="Arial" panose="020B0604020202020204" pitchFamily="34" charset="0"/>
              </a:rPr>
              <a:t> Bach </a:t>
            </a:r>
            <a:r>
              <a:rPr lang="es-MX" sz="2400" dirty="0" err="1">
                <a:latin typeface="Arial" panose="020B0604020202020204" pitchFamily="34" charset="0"/>
                <a:cs typeface="Arial" panose="020B0604020202020204" pitchFamily="34" charset="0"/>
              </a:rPr>
              <a:t>Choir</a:t>
            </a:r>
            <a:r>
              <a:rPr lang="es-MX" sz="2400" dirty="0">
                <a:latin typeface="Arial" panose="020B0604020202020204" pitchFamily="34" charset="0"/>
                <a:cs typeface="Arial" panose="020B0604020202020204" pitchFamily="34" charset="0"/>
              </a:rPr>
              <a:t>, London </a:t>
            </a:r>
            <a:r>
              <a:rPr lang="es-MX" sz="2400" dirty="0" err="1">
                <a:latin typeface="Arial" panose="020B0604020202020204" pitchFamily="34" charset="0"/>
                <a:cs typeface="Arial" panose="020B0604020202020204" pitchFamily="34" charset="0"/>
              </a:rPr>
              <a:t>Symphony</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Orchestra</a:t>
            </a:r>
            <a:r>
              <a:rPr lang="es-MX" sz="2400" dirty="0">
                <a:latin typeface="Arial" panose="020B0604020202020204" pitchFamily="34" charset="0"/>
                <a:cs typeface="Arial" panose="020B0604020202020204" pitchFamily="34" charset="0"/>
              </a:rPr>
              <a:t>, y </a:t>
            </a:r>
            <a:r>
              <a:rPr lang="es-MX" sz="2400" dirty="0" err="1">
                <a:latin typeface="Arial" panose="020B0604020202020204" pitchFamily="34" charset="0"/>
                <a:cs typeface="Arial" panose="020B0604020202020204" pitchFamily="34" charset="0"/>
              </a:rPr>
              <a:t>Monteux</a:t>
            </a:r>
            <a:r>
              <a:rPr lang="es-MX" sz="2400" dirty="0">
                <a:latin typeface="Arial" panose="020B0604020202020204" pitchFamily="34" charset="0"/>
                <a:cs typeface="Arial" panose="020B0604020202020204" pitchFamily="34" charset="0"/>
              </a:rPr>
              <a:t>, P.] En </a:t>
            </a:r>
            <a:r>
              <a:rPr lang="es-MX" sz="2400" i="1" dirty="0">
                <a:latin typeface="Arial" panose="020B0604020202020204" pitchFamily="34" charset="0"/>
                <a:cs typeface="Arial" panose="020B0604020202020204" pitchFamily="34" charset="0"/>
              </a:rPr>
              <a:t>Beethoven </a:t>
            </a:r>
            <a:r>
              <a:rPr lang="es-MX" sz="2400" i="1" dirty="0" err="1">
                <a:latin typeface="Arial" panose="020B0604020202020204" pitchFamily="34" charset="0"/>
                <a:cs typeface="Arial" panose="020B0604020202020204" pitchFamily="34" charset="0"/>
              </a:rPr>
              <a:t>Symphony</a:t>
            </a:r>
            <a:r>
              <a:rPr lang="es-MX" sz="2400" i="1" dirty="0">
                <a:latin typeface="Arial" panose="020B0604020202020204" pitchFamily="34" charset="0"/>
                <a:cs typeface="Arial" panose="020B0604020202020204" pitchFamily="34" charset="0"/>
              </a:rPr>
              <a:t> No. 9 "</a:t>
            </a:r>
            <a:r>
              <a:rPr lang="es-MX" sz="2400" i="1" dirty="0" err="1">
                <a:latin typeface="Arial" panose="020B0604020202020204" pitchFamily="34" charset="0"/>
                <a:cs typeface="Arial" panose="020B0604020202020204" pitchFamily="34" charset="0"/>
              </a:rPr>
              <a:t>Choral</a:t>
            </a:r>
            <a:r>
              <a:rPr lang="es-MX" sz="2400" i="1" dirty="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Deutsche </a:t>
            </a:r>
            <a:r>
              <a:rPr lang="es-MX" sz="2400" dirty="0" smtClean="0">
                <a:latin typeface="Arial" panose="020B0604020202020204" pitchFamily="34" charset="0"/>
                <a:cs typeface="Arial" panose="020B0604020202020204" pitchFamily="34" charset="0"/>
              </a:rPr>
              <a:t>Grammophon (obra </a:t>
            </a:r>
            <a:r>
              <a:rPr lang="es-MX" sz="2400" dirty="0">
                <a:latin typeface="Arial" panose="020B0604020202020204" pitchFamily="34" charset="0"/>
                <a:cs typeface="Arial" panose="020B0604020202020204" pitchFamily="34" charset="0"/>
              </a:rPr>
              <a:t>original publicada en 1824)  Track: </a:t>
            </a:r>
            <a:r>
              <a:rPr lang="es-MX" sz="2400" dirty="0" smtClean="0">
                <a:latin typeface="Arial" panose="020B0604020202020204" pitchFamily="34" charset="0"/>
                <a:cs typeface="Arial" panose="020B0604020202020204" pitchFamily="34" charset="0"/>
              </a:rPr>
              <a:t>4.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00028947121626.</a:t>
            </a:r>
            <a:endParaRPr lang="es-MX" sz="2400"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a:p>
            <a:pPr lvl="0"/>
            <a:r>
              <a:rPr lang="es-MX" sz="2400" dirty="0">
                <a:latin typeface="Arial" panose="020B0604020202020204" pitchFamily="34" charset="0"/>
                <a:cs typeface="Arial" panose="020B0604020202020204" pitchFamily="34" charset="0"/>
              </a:rPr>
              <a:t>Mozart, W. A. (1988). </a:t>
            </a:r>
            <a:r>
              <a:rPr lang="es-MX" sz="2400" dirty="0" err="1">
                <a:latin typeface="Arial" panose="020B0604020202020204" pitchFamily="34" charset="0"/>
                <a:cs typeface="Arial" panose="020B0604020202020204" pitchFamily="34" charset="0"/>
              </a:rPr>
              <a:t>Serenade</a:t>
            </a:r>
            <a:r>
              <a:rPr lang="es-MX" sz="2400" dirty="0">
                <a:latin typeface="Arial" panose="020B0604020202020204" pitchFamily="34" charset="0"/>
                <a:cs typeface="Arial" panose="020B0604020202020204" pitchFamily="34" charset="0"/>
              </a:rPr>
              <a:t> no. 13 (pequeña serenata nocturna) [obra grabada por Capella Istropolitana y Sobotka, W.] En </a:t>
            </a:r>
            <a:r>
              <a:rPr lang="es-MX" sz="2400" i="1" dirty="0">
                <a:latin typeface="Arial" panose="020B0604020202020204" pitchFamily="34" charset="0"/>
                <a:cs typeface="Arial" panose="020B0604020202020204" pitchFamily="34" charset="0"/>
              </a:rPr>
              <a:t>Mozart Eine kleine Nachtmusik. </a:t>
            </a:r>
            <a:r>
              <a:rPr lang="es-MX" sz="2400" dirty="0" smtClean="0">
                <a:latin typeface="Arial" panose="020B0604020202020204" pitchFamily="34" charset="0"/>
                <a:cs typeface="Arial" panose="020B0604020202020204" pitchFamily="34" charset="0"/>
              </a:rPr>
              <a:t>Naxos (obra </a:t>
            </a:r>
            <a:r>
              <a:rPr lang="es-MX" sz="2400" dirty="0">
                <a:latin typeface="Arial" panose="020B0604020202020204" pitchFamily="34" charset="0"/>
                <a:cs typeface="Arial" panose="020B0604020202020204" pitchFamily="34" charset="0"/>
              </a:rPr>
              <a:t>original publicada en 1787)  Tracks: 1, 2, 3 y </a:t>
            </a:r>
            <a:r>
              <a:rPr lang="es-MX" sz="2400" dirty="0" smtClean="0">
                <a:latin typeface="Arial" panose="020B0604020202020204" pitchFamily="34" charset="0"/>
                <a:cs typeface="Arial" panose="020B0604020202020204" pitchFamily="34" charset="0"/>
              </a:rPr>
              <a:t>4.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8.550026.</a:t>
            </a:r>
            <a:endParaRPr lang="es-MX" sz="2400" dirty="0">
              <a:latin typeface="Arial" panose="020B0604020202020204" pitchFamily="34" charset="0"/>
              <a:cs typeface="Arial" panose="020B0604020202020204" pitchFamily="34" charset="0"/>
            </a:endParaRPr>
          </a:p>
          <a:p>
            <a:pPr lvl="0"/>
            <a:endParaRPr lang="es-MX" sz="2400" dirty="0">
              <a:latin typeface="Arial" panose="020B0604020202020204" pitchFamily="34" charset="0"/>
              <a:cs typeface="Arial" panose="020B0604020202020204" pitchFamily="34" charset="0"/>
            </a:endParaRPr>
          </a:p>
          <a:p>
            <a:r>
              <a:rPr lang="es-MX" sz="2400" dirty="0">
                <a:latin typeface="Arial" panose="020B0604020202020204" pitchFamily="34" charset="0"/>
                <a:cs typeface="Arial" panose="020B0604020202020204" pitchFamily="34" charset="0"/>
              </a:rPr>
              <a:t>Beethoven, L. V. (2020). Marcia </a:t>
            </a:r>
            <a:r>
              <a:rPr lang="es-MX" sz="2400" dirty="0" err="1">
                <a:latin typeface="Arial" panose="020B0604020202020204" pitchFamily="34" charset="0"/>
                <a:cs typeface="Arial" panose="020B0604020202020204" pitchFamily="34" charset="0"/>
              </a:rPr>
              <a:t>alla</a:t>
            </a:r>
            <a:r>
              <a:rPr lang="es-MX" sz="2400" dirty="0">
                <a:latin typeface="Arial" panose="020B0604020202020204" pitchFamily="34" charset="0"/>
                <a:cs typeface="Arial" panose="020B0604020202020204" pitchFamily="34" charset="0"/>
              </a:rPr>
              <a:t> turca [obra grabada por Turku </a:t>
            </a:r>
            <a:r>
              <a:rPr lang="es-MX" sz="2400" dirty="0" err="1">
                <a:latin typeface="Arial" panose="020B0604020202020204" pitchFamily="34" charset="0"/>
                <a:cs typeface="Arial" panose="020B0604020202020204" pitchFamily="34" charset="0"/>
              </a:rPr>
              <a:t>Philharmonic</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Orchestra</a:t>
            </a:r>
            <a:r>
              <a:rPr lang="es-MX" sz="2400" dirty="0">
                <a:latin typeface="Arial" panose="020B0604020202020204" pitchFamily="34" charset="0"/>
                <a:cs typeface="Arial" panose="020B0604020202020204" pitchFamily="34" charset="0"/>
              </a:rPr>
              <a:t> y </a:t>
            </a:r>
            <a:r>
              <a:rPr lang="es-MX" sz="2400" dirty="0" err="1">
                <a:latin typeface="Arial" panose="020B0604020202020204" pitchFamily="34" charset="0"/>
                <a:cs typeface="Arial" panose="020B0604020202020204" pitchFamily="34" charset="0"/>
              </a:rPr>
              <a:t>Segerstam</a:t>
            </a:r>
            <a:r>
              <a:rPr lang="es-MX" sz="2400" dirty="0">
                <a:latin typeface="Arial" panose="020B0604020202020204" pitchFamily="34" charset="0"/>
                <a:cs typeface="Arial" panose="020B0604020202020204" pitchFamily="34" charset="0"/>
              </a:rPr>
              <a:t>, L.] En </a:t>
            </a:r>
            <a:r>
              <a:rPr lang="es-MX" sz="2400" i="1" dirty="0">
                <a:latin typeface="Arial" panose="020B0604020202020204" pitchFamily="34" charset="0"/>
                <a:cs typeface="Arial" panose="020B0604020202020204" pitchFamily="34" charset="0"/>
              </a:rPr>
              <a:t>Die Ruinen von </a:t>
            </a:r>
            <a:r>
              <a:rPr lang="es-MX" sz="2400" i="1" dirty="0" err="1">
                <a:latin typeface="Arial" panose="020B0604020202020204" pitchFamily="34" charset="0"/>
                <a:cs typeface="Arial" panose="020B0604020202020204" pitchFamily="34" charset="0"/>
              </a:rPr>
              <a:t>Athen</a:t>
            </a:r>
            <a:r>
              <a:rPr lang="es-MX" sz="2400" i="1" dirty="0">
                <a:latin typeface="Arial" panose="020B0604020202020204" pitchFamily="34" charset="0"/>
                <a:cs typeface="Arial" panose="020B0604020202020204" pitchFamily="34" charset="0"/>
              </a:rPr>
              <a:t> (</a:t>
            </a:r>
            <a:r>
              <a:rPr lang="es-MX" sz="2400" i="1" dirty="0" err="1">
                <a:latin typeface="Arial" panose="020B0604020202020204" pitchFamily="34" charset="0"/>
                <a:cs typeface="Arial" panose="020B0604020202020204" pitchFamily="34" charset="0"/>
              </a:rPr>
              <a:t>The</a:t>
            </a:r>
            <a:r>
              <a:rPr lang="es-MX" sz="2400" i="1" dirty="0">
                <a:latin typeface="Arial" panose="020B0604020202020204" pitchFamily="34" charset="0"/>
                <a:cs typeface="Arial" panose="020B0604020202020204" pitchFamily="34" charset="0"/>
              </a:rPr>
              <a:t> </a:t>
            </a:r>
            <a:r>
              <a:rPr lang="es-MX" sz="2400" i="1" dirty="0" err="1">
                <a:latin typeface="Arial" panose="020B0604020202020204" pitchFamily="34" charset="0"/>
                <a:cs typeface="Arial" panose="020B0604020202020204" pitchFamily="34" charset="0"/>
              </a:rPr>
              <a:t>Ruins</a:t>
            </a:r>
            <a:r>
              <a:rPr lang="es-MX" sz="2400" i="1" dirty="0">
                <a:latin typeface="Arial" panose="020B0604020202020204" pitchFamily="34" charset="0"/>
                <a:cs typeface="Arial" panose="020B0604020202020204" pitchFamily="34" charset="0"/>
              </a:rPr>
              <a:t> of Athens) </a:t>
            </a:r>
            <a:r>
              <a:rPr lang="es-MX" sz="2400" i="1" dirty="0" err="1">
                <a:latin typeface="Arial" panose="020B0604020202020204" pitchFamily="34" charset="0"/>
                <a:cs typeface="Arial" panose="020B0604020202020204" pitchFamily="34" charset="0"/>
              </a:rPr>
              <a:t>Op</a:t>
            </a:r>
            <a:r>
              <a:rPr lang="es-MX" sz="2400" i="1" dirty="0">
                <a:latin typeface="Arial" panose="020B0604020202020204" pitchFamily="34" charset="0"/>
                <a:cs typeface="Arial" panose="020B0604020202020204" pitchFamily="34" charset="0"/>
              </a:rPr>
              <a:t>. 113. </a:t>
            </a:r>
            <a:r>
              <a:rPr lang="es-MX" sz="2400" dirty="0" smtClean="0">
                <a:latin typeface="Arial" panose="020B0604020202020204" pitchFamily="34" charset="0"/>
                <a:cs typeface="Arial" panose="020B0604020202020204" pitchFamily="34" charset="0"/>
              </a:rPr>
              <a:t>Naxos (obra </a:t>
            </a:r>
            <a:r>
              <a:rPr lang="es-MX" sz="2400" dirty="0">
                <a:latin typeface="Arial" panose="020B0604020202020204" pitchFamily="34" charset="0"/>
                <a:cs typeface="Arial" panose="020B0604020202020204" pitchFamily="34" charset="0"/>
              </a:rPr>
              <a:t>original publicada en 1811)  Track: </a:t>
            </a:r>
            <a:r>
              <a:rPr lang="es-MX" sz="2400" dirty="0" smtClean="0">
                <a:latin typeface="Arial" panose="020B0604020202020204" pitchFamily="34" charset="0"/>
                <a:cs typeface="Arial" panose="020B0604020202020204" pitchFamily="34" charset="0"/>
              </a:rPr>
              <a:t>12.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8.574076.</a:t>
            </a:r>
            <a:endParaRPr lang="es-MX" sz="2400"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a:p>
            <a:pPr lvl="0"/>
            <a:r>
              <a:rPr lang="es-MX" sz="2400" dirty="0">
                <a:latin typeface="Arial" panose="020B0604020202020204" pitchFamily="34" charset="0"/>
                <a:cs typeface="Arial" panose="020B0604020202020204" pitchFamily="34" charset="0"/>
              </a:rPr>
              <a:t>Mozart. W. A. (2014). Lacrimosa dies illa (Chorus) [obra grabada por Accentus Chamber Choir, Insula Orchestra, y Equilbey, L.] En </a:t>
            </a:r>
            <a:r>
              <a:rPr lang="es-MX" sz="2400" i="1" dirty="0">
                <a:latin typeface="Arial" panose="020B0604020202020204" pitchFamily="34" charset="0"/>
                <a:cs typeface="Arial" panose="020B0604020202020204" pitchFamily="34" charset="0"/>
              </a:rPr>
              <a:t>Mozart Requiem. </a:t>
            </a:r>
            <a:r>
              <a:rPr lang="es-MX" sz="2400" dirty="0" smtClean="0">
                <a:latin typeface="Arial" panose="020B0604020202020204" pitchFamily="34" charset="0"/>
                <a:cs typeface="Arial" panose="020B0604020202020204" pitchFamily="34" charset="0"/>
              </a:rPr>
              <a:t>Naive (obra </a:t>
            </a:r>
            <a:r>
              <a:rPr lang="es-MX" sz="2400" dirty="0">
                <a:latin typeface="Arial" panose="020B0604020202020204" pitchFamily="34" charset="0"/>
                <a:cs typeface="Arial" panose="020B0604020202020204" pitchFamily="34" charset="0"/>
              </a:rPr>
              <a:t>original publicada en 1791) Track: </a:t>
            </a:r>
            <a:r>
              <a:rPr lang="es-MX" sz="2400" dirty="0" smtClean="0">
                <a:latin typeface="Arial" panose="020B0604020202020204" pitchFamily="34" charset="0"/>
                <a:cs typeface="Arial" panose="020B0604020202020204" pitchFamily="34" charset="0"/>
              </a:rPr>
              <a:t>8.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V5370.</a:t>
            </a:r>
            <a:endParaRPr lang="es-MX" sz="2400" dirty="0">
              <a:latin typeface="Arial" panose="020B0604020202020204" pitchFamily="34" charset="0"/>
              <a:cs typeface="Arial" panose="020B0604020202020204" pitchFamily="34" charset="0"/>
            </a:endParaRPr>
          </a:p>
          <a:p>
            <a:pPr lvl="0"/>
            <a:endParaRPr lang="es-MX" sz="2400" dirty="0">
              <a:latin typeface="Arial" panose="020B0604020202020204" pitchFamily="34" charset="0"/>
              <a:cs typeface="Arial" panose="020B0604020202020204" pitchFamily="34" charset="0"/>
            </a:endParaRPr>
          </a:p>
          <a:p>
            <a:pPr lvl="0"/>
            <a:r>
              <a:rPr lang="es-MX" sz="2400" dirty="0" err="1">
                <a:latin typeface="Arial" panose="020B0604020202020204" pitchFamily="34" charset="0"/>
                <a:cs typeface="Arial" panose="020B0604020202020204" pitchFamily="34" charset="0"/>
              </a:rPr>
              <a:t>Mendelssohn</a:t>
            </a:r>
            <a:r>
              <a:rPr lang="es-MX" sz="2400" dirty="0">
                <a:latin typeface="Arial" panose="020B0604020202020204" pitchFamily="34" charset="0"/>
                <a:cs typeface="Arial" panose="020B0604020202020204" pitchFamily="34" charset="0"/>
              </a:rPr>
              <a:t>, F. (1998). </a:t>
            </a:r>
            <a:r>
              <a:rPr lang="es-MX" sz="2400" dirty="0" err="1">
                <a:latin typeface="Arial" panose="020B0604020202020204" pitchFamily="34" charset="0"/>
                <a:cs typeface="Arial" panose="020B0604020202020204" pitchFamily="34" charset="0"/>
              </a:rPr>
              <a:t>Wedding</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March</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Op</a:t>
            </a:r>
            <a:r>
              <a:rPr lang="es-MX" sz="2400" dirty="0">
                <a:latin typeface="Arial" panose="020B0604020202020204" pitchFamily="34" charset="0"/>
                <a:cs typeface="Arial" panose="020B0604020202020204" pitchFamily="34" charset="0"/>
              </a:rPr>
              <a:t>. 61, núm. 4 [obra grabada por Slovak Philharmonic Orchestra y Bramall, A.] En </a:t>
            </a:r>
            <a:r>
              <a:rPr lang="es-MX" sz="2400" i="1" dirty="0">
                <a:latin typeface="Arial" panose="020B0604020202020204" pitchFamily="34" charset="0"/>
                <a:cs typeface="Arial" panose="020B0604020202020204" pitchFamily="34" charset="0"/>
              </a:rPr>
              <a:t>Mendelssohn A Midsummer Night's Dream. </a:t>
            </a:r>
            <a:r>
              <a:rPr lang="es-MX" sz="2400" dirty="0" smtClean="0">
                <a:latin typeface="Arial" panose="020B0604020202020204" pitchFamily="34" charset="0"/>
                <a:cs typeface="Arial" panose="020B0604020202020204" pitchFamily="34" charset="0"/>
              </a:rPr>
              <a:t>Naxos (obra </a:t>
            </a:r>
            <a:r>
              <a:rPr lang="es-MX" sz="2400" dirty="0">
                <a:latin typeface="Arial" panose="020B0604020202020204" pitchFamily="34" charset="0"/>
                <a:cs typeface="Arial" panose="020B0604020202020204" pitchFamily="34" charset="0"/>
              </a:rPr>
              <a:t>original publicada en 1842)  Track: </a:t>
            </a:r>
            <a:r>
              <a:rPr lang="es-MX" sz="2400" dirty="0" smtClean="0">
                <a:latin typeface="Arial" panose="020B0604020202020204" pitchFamily="34" charset="0"/>
                <a:cs typeface="Arial" panose="020B0604020202020204" pitchFamily="34" charset="0"/>
              </a:rPr>
              <a:t>5. </a:t>
            </a:r>
            <a:r>
              <a:rPr lang="es-MX" sz="2400" dirty="0">
                <a:latin typeface="Arial" panose="020B0604020202020204" pitchFamily="34" charset="0"/>
                <a:cs typeface="Arial" panose="020B0604020202020204" pitchFamily="34" charset="0"/>
              </a:rPr>
              <a:t>Número 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8.554433</a:t>
            </a:r>
          </a:p>
          <a:p>
            <a:pPr lvl="0"/>
            <a:endParaRPr lang="es-MX" sz="2400" dirty="0">
              <a:latin typeface="Arial" panose="020B0604020202020204" pitchFamily="34" charset="0"/>
              <a:cs typeface="Arial" panose="020B0604020202020204" pitchFamily="34" charset="0"/>
            </a:endParaRPr>
          </a:p>
          <a:p>
            <a:pPr lvl="0"/>
            <a:r>
              <a:rPr lang="es-MX" sz="2400" dirty="0">
                <a:latin typeface="Arial" panose="020B0604020202020204" pitchFamily="34" charset="0"/>
                <a:cs typeface="Arial" panose="020B0604020202020204" pitchFamily="34" charset="0"/>
              </a:rPr>
              <a:t>Saint-</a:t>
            </a:r>
            <a:r>
              <a:rPr lang="es-MX" sz="2400" dirty="0" err="1">
                <a:latin typeface="Arial" panose="020B0604020202020204" pitchFamily="34" charset="0"/>
                <a:cs typeface="Arial" panose="020B0604020202020204" pitchFamily="34" charset="0"/>
              </a:rPr>
              <a:t>Saëns</a:t>
            </a:r>
            <a:r>
              <a:rPr lang="es-MX" sz="2400" dirty="0">
                <a:latin typeface="Arial" panose="020B0604020202020204" pitchFamily="34" charset="0"/>
                <a:cs typeface="Arial" panose="020B0604020202020204" pitchFamily="34" charset="0"/>
              </a:rPr>
              <a:t>, C. (2015). </a:t>
            </a:r>
            <a:r>
              <a:rPr lang="es-MX" sz="2400" dirty="0" err="1">
                <a:latin typeface="Arial" panose="020B0604020202020204" pitchFamily="34" charset="0"/>
                <a:cs typeface="Arial" panose="020B0604020202020204" pitchFamily="34" charset="0"/>
              </a:rPr>
              <a:t>Danse</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Macabre</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Op</a:t>
            </a:r>
            <a:r>
              <a:rPr lang="es-MX" sz="2400" dirty="0">
                <a:latin typeface="Arial" panose="020B0604020202020204" pitchFamily="34" charset="0"/>
                <a:cs typeface="Arial" panose="020B0604020202020204" pitchFamily="34" charset="0"/>
              </a:rPr>
              <a:t>. 40 [obra grabada por Malmö </a:t>
            </a:r>
            <a:r>
              <a:rPr lang="es-MX" sz="2400" dirty="0" err="1">
                <a:latin typeface="Arial" panose="020B0604020202020204" pitchFamily="34" charset="0"/>
                <a:cs typeface="Arial" panose="020B0604020202020204" pitchFamily="34" charset="0"/>
              </a:rPr>
              <a:t>Symphony</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Orchestra</a:t>
            </a:r>
            <a:r>
              <a:rPr lang="es-MX" sz="2400" dirty="0">
                <a:latin typeface="Arial" panose="020B0604020202020204" pitchFamily="34" charset="0"/>
                <a:cs typeface="Arial" panose="020B0604020202020204" pitchFamily="34" charset="0"/>
              </a:rPr>
              <a:t>, y </a:t>
            </a:r>
            <a:r>
              <a:rPr lang="es-MX" sz="2400" dirty="0" err="1">
                <a:latin typeface="Arial" panose="020B0604020202020204" pitchFamily="34" charset="0"/>
                <a:cs typeface="Arial" panose="020B0604020202020204" pitchFamily="34" charset="0"/>
              </a:rPr>
              <a:t>Soustrot</a:t>
            </a:r>
            <a:r>
              <a:rPr lang="es-MX" sz="2400" dirty="0">
                <a:latin typeface="Arial" panose="020B0604020202020204" pitchFamily="34" charset="0"/>
                <a:cs typeface="Arial" panose="020B0604020202020204" pitchFamily="34" charset="0"/>
              </a:rPr>
              <a:t>, M.] En </a:t>
            </a:r>
            <a:r>
              <a:rPr lang="es-MX" sz="2400" i="1" dirty="0">
                <a:latin typeface="Arial" panose="020B0604020202020204" pitchFamily="34" charset="0"/>
                <a:cs typeface="Arial" panose="020B0604020202020204" pitchFamily="34" charset="0"/>
              </a:rPr>
              <a:t>SAINT-SAËNS </a:t>
            </a:r>
            <a:r>
              <a:rPr lang="es-MX" sz="2400" i="1" dirty="0" err="1">
                <a:latin typeface="Arial" panose="020B0604020202020204" pitchFamily="34" charset="0"/>
                <a:cs typeface="Arial" panose="020B0604020202020204" pitchFamily="34" charset="0"/>
              </a:rPr>
              <a:t>Symphonies</a:t>
            </a:r>
            <a:r>
              <a:rPr lang="es-MX" sz="2400" i="1" dirty="0">
                <a:latin typeface="Arial" panose="020B0604020202020204" pitchFamily="34" charset="0"/>
                <a:cs typeface="Arial" panose="020B0604020202020204" pitchFamily="34" charset="0"/>
              </a:rPr>
              <a:t>, Vol. 3. </a:t>
            </a:r>
            <a:r>
              <a:rPr lang="es-MX" sz="2400" dirty="0" smtClean="0">
                <a:latin typeface="Arial" panose="020B0604020202020204" pitchFamily="34" charset="0"/>
                <a:cs typeface="Arial" panose="020B0604020202020204" pitchFamily="34" charset="0"/>
              </a:rPr>
              <a:t>Naxos (obra </a:t>
            </a:r>
            <a:r>
              <a:rPr lang="es-MX" sz="2400" dirty="0">
                <a:latin typeface="Arial" panose="020B0604020202020204" pitchFamily="34" charset="0"/>
                <a:cs typeface="Arial" panose="020B0604020202020204" pitchFamily="34" charset="0"/>
              </a:rPr>
              <a:t>original publicada en 1874)  Track: </a:t>
            </a:r>
            <a:r>
              <a:rPr lang="es-MX" sz="2400" dirty="0" smtClean="0">
                <a:latin typeface="Arial" panose="020B0604020202020204" pitchFamily="34" charset="0"/>
                <a:cs typeface="Arial" panose="020B0604020202020204" pitchFamily="34" charset="0"/>
              </a:rPr>
              <a:t>6.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8.573140.</a:t>
            </a:r>
            <a:endParaRPr lang="es-MX" sz="2400" dirty="0">
              <a:latin typeface="Arial" panose="020B0604020202020204" pitchFamily="34" charset="0"/>
              <a:cs typeface="Arial" panose="020B0604020202020204" pitchFamily="34" charset="0"/>
            </a:endParaRPr>
          </a:p>
          <a:p>
            <a:pPr lvl="0"/>
            <a:endParaRPr lang="es-MX" sz="2400" dirty="0">
              <a:latin typeface="Arial" panose="020B0604020202020204" pitchFamily="34" charset="0"/>
              <a:cs typeface="Arial" panose="020B0604020202020204" pitchFamily="34" charset="0"/>
            </a:endParaRPr>
          </a:p>
          <a:p>
            <a:pPr lvl="0"/>
            <a:r>
              <a:rPr lang="es-MX" sz="2400" dirty="0">
                <a:latin typeface="Arial" panose="020B0604020202020204" pitchFamily="34" charset="0"/>
                <a:cs typeface="Arial" panose="020B0604020202020204" pitchFamily="34" charset="0"/>
              </a:rPr>
              <a:t>Saint-</a:t>
            </a:r>
            <a:r>
              <a:rPr lang="es-MX" sz="2400" dirty="0" err="1">
                <a:latin typeface="Arial" panose="020B0604020202020204" pitchFamily="34" charset="0"/>
                <a:cs typeface="Arial" panose="020B0604020202020204" pitchFamily="34" charset="0"/>
              </a:rPr>
              <a:t>Saëns</a:t>
            </a:r>
            <a:r>
              <a:rPr lang="es-MX" sz="2400" dirty="0">
                <a:latin typeface="Arial" panose="020B0604020202020204" pitchFamily="34" charset="0"/>
                <a:cs typeface="Arial" panose="020B0604020202020204" pitchFamily="34" charset="0"/>
              </a:rPr>
              <a:t>, C. (2020). Le Carnaval des </a:t>
            </a:r>
            <a:r>
              <a:rPr lang="es-MX" sz="2400" dirty="0" err="1">
                <a:latin typeface="Arial" panose="020B0604020202020204" pitchFamily="34" charset="0"/>
                <a:cs typeface="Arial" panose="020B0604020202020204" pitchFamily="34" charset="0"/>
              </a:rPr>
              <a:t>animaux</a:t>
            </a:r>
            <a:r>
              <a:rPr lang="es-MX" sz="2400" dirty="0">
                <a:latin typeface="Arial" panose="020B0604020202020204" pitchFamily="34" charset="0"/>
                <a:cs typeface="Arial" panose="020B0604020202020204" pitchFamily="34" charset="0"/>
              </a:rPr>
              <a:t> (el carnaval de los animales) [obra grabada por </a:t>
            </a:r>
            <a:r>
              <a:rPr lang="es-MX" sz="2400" dirty="0" err="1">
                <a:latin typeface="Arial" panose="020B0604020202020204" pitchFamily="34" charset="0"/>
                <a:cs typeface="Arial" panose="020B0604020202020204" pitchFamily="34" charset="0"/>
              </a:rPr>
              <a:t>Lortie</a:t>
            </a:r>
            <a:r>
              <a:rPr lang="es-MX" sz="2400" dirty="0">
                <a:latin typeface="Arial" panose="020B0604020202020204" pitchFamily="34" charset="0"/>
                <a:cs typeface="Arial" panose="020B0604020202020204" pitchFamily="34" charset="0"/>
              </a:rPr>
              <a:t>, L., </a:t>
            </a:r>
            <a:r>
              <a:rPr lang="es-MX" sz="2400" dirty="0" err="1">
                <a:latin typeface="Arial" panose="020B0604020202020204" pitchFamily="34" charset="0"/>
                <a:cs typeface="Arial" panose="020B0604020202020204" pitchFamily="34" charset="0"/>
              </a:rPr>
              <a:t>Mercier</a:t>
            </a:r>
            <a:r>
              <a:rPr lang="es-MX" sz="2400" dirty="0">
                <a:latin typeface="Arial" panose="020B0604020202020204" pitchFamily="34" charset="0"/>
                <a:cs typeface="Arial" panose="020B0604020202020204" pitchFamily="34" charset="0"/>
              </a:rPr>
              <a:t>, H., </a:t>
            </a:r>
            <a:r>
              <a:rPr lang="es-MX" sz="2400" dirty="0" err="1">
                <a:latin typeface="Arial" panose="020B0604020202020204" pitchFamily="34" charset="0"/>
                <a:cs typeface="Arial" panose="020B0604020202020204" pitchFamily="34" charset="0"/>
              </a:rPr>
              <a:t>Järvi</a:t>
            </a:r>
            <a:r>
              <a:rPr lang="es-MX" sz="2400" dirty="0">
                <a:latin typeface="Arial" panose="020B0604020202020204" pitchFamily="34" charset="0"/>
                <a:cs typeface="Arial" panose="020B0604020202020204" pitchFamily="34" charset="0"/>
              </a:rPr>
              <a:t>, N., y Bergen </a:t>
            </a:r>
            <a:r>
              <a:rPr lang="es-MX" sz="2400" dirty="0" err="1">
                <a:latin typeface="Arial" panose="020B0604020202020204" pitchFamily="34" charset="0"/>
                <a:cs typeface="Arial" panose="020B0604020202020204" pitchFamily="34" charset="0"/>
              </a:rPr>
              <a:t>Philharmonic</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Orchestra</a:t>
            </a:r>
            <a:r>
              <a:rPr lang="es-MX" sz="2400" dirty="0">
                <a:latin typeface="Arial" panose="020B0604020202020204" pitchFamily="34" charset="0"/>
                <a:cs typeface="Arial" panose="020B0604020202020204" pitchFamily="34" charset="0"/>
              </a:rPr>
              <a:t>] En </a:t>
            </a:r>
            <a:r>
              <a:rPr lang="es-MX" sz="2400" i="1" dirty="0">
                <a:latin typeface="Arial" panose="020B0604020202020204" pitchFamily="34" charset="0"/>
                <a:cs typeface="Arial" panose="020B0604020202020204" pitchFamily="34" charset="0"/>
              </a:rPr>
              <a:t>SAINT-SAËNS: Cello </a:t>
            </a:r>
            <a:r>
              <a:rPr lang="es-MX" sz="2400" i="1" dirty="0" err="1">
                <a:latin typeface="Arial" panose="020B0604020202020204" pitchFamily="34" charset="0"/>
                <a:cs typeface="Arial" panose="020B0604020202020204" pitchFamily="34" charset="0"/>
              </a:rPr>
              <a:t>Concertos</a:t>
            </a:r>
            <a:r>
              <a:rPr lang="es-MX" sz="2400" i="1" dirty="0">
                <a:latin typeface="Arial" panose="020B0604020202020204" pitchFamily="34" charset="0"/>
                <a:cs typeface="Arial" panose="020B0604020202020204" pitchFamily="34" charset="0"/>
              </a:rPr>
              <a:t> Nos. 1 and 2, Le carnaval des animaux, Wedding Cake, Africa. </a:t>
            </a:r>
            <a:r>
              <a:rPr lang="es-MX" sz="2400" dirty="0" smtClean="0">
                <a:latin typeface="Arial" panose="020B0604020202020204" pitchFamily="34" charset="0"/>
                <a:cs typeface="Arial" panose="020B0604020202020204" pitchFamily="34" charset="0"/>
              </a:rPr>
              <a:t>Chandos (obra </a:t>
            </a:r>
            <a:r>
              <a:rPr lang="es-MX" sz="2400" dirty="0">
                <a:latin typeface="Arial" panose="020B0604020202020204" pitchFamily="34" charset="0"/>
                <a:cs typeface="Arial" panose="020B0604020202020204" pitchFamily="34" charset="0"/>
              </a:rPr>
              <a:t>original publicada en 1886). </a:t>
            </a:r>
            <a:r>
              <a:rPr lang="es-MX" sz="2400" dirty="0" smtClean="0">
                <a:latin typeface="Arial" panose="020B0604020202020204" pitchFamily="34" charset="0"/>
                <a:cs typeface="Arial" panose="020B0604020202020204" pitchFamily="34" charset="0"/>
              </a:rPr>
              <a:t>N</a:t>
            </a:r>
            <a:r>
              <a:rPr lang="es-ES" sz="2400" dirty="0" err="1" smtClean="0">
                <a:latin typeface="Arial" panose="020B0604020202020204" pitchFamily="34" charset="0"/>
                <a:cs typeface="Arial" panose="020B0604020202020204" pitchFamily="34" charset="0"/>
              </a:rPr>
              <a:t>úmero</a:t>
            </a:r>
            <a:r>
              <a:rPr lang="es-ES" sz="2400" dirty="0" smtClean="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de </a:t>
            </a:r>
            <a:r>
              <a:rPr lang="es-MX" sz="2400" dirty="0">
                <a:latin typeface="Arial" panose="020B0604020202020204" pitchFamily="34" charset="0"/>
                <a:cs typeface="Arial" panose="020B0604020202020204" pitchFamily="34" charset="0"/>
              </a:rPr>
              <a:t>catálogo: CHSA5162. </a:t>
            </a:r>
            <a:r>
              <a:rPr lang="es-MX" sz="2400" dirty="0" err="1">
                <a:latin typeface="Arial" panose="020B0604020202020204" pitchFamily="34" charset="0"/>
                <a:cs typeface="Arial" panose="020B0604020202020204" pitchFamily="34" charset="0"/>
              </a:rPr>
              <a:t>Tracks</a:t>
            </a:r>
            <a:r>
              <a:rPr lang="es-MX" sz="2400" dirty="0">
                <a:latin typeface="Arial" panose="020B0604020202020204" pitchFamily="34" charset="0"/>
                <a:cs typeface="Arial" panose="020B0604020202020204" pitchFamily="34" charset="0"/>
              </a:rPr>
              <a:t> 6 a 19.</a:t>
            </a:r>
          </a:p>
          <a:p>
            <a:pPr lvl="0"/>
            <a:endParaRPr lang="es-MX"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1232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C24E2146-BDD6-4FAF-8044-A58FA64894D3}"/>
              </a:ext>
            </a:extLst>
          </p:cNvPr>
          <p:cNvSpPr txBox="1"/>
          <p:nvPr/>
        </p:nvSpPr>
        <p:spPr>
          <a:xfrm>
            <a:off x="655320" y="1140073"/>
            <a:ext cx="18501360" cy="10905550"/>
          </a:xfrm>
          <a:prstGeom prst="rect">
            <a:avLst/>
          </a:prstGeom>
          <a:noFill/>
        </p:spPr>
        <p:txBody>
          <a:bodyPr wrap="square" lIns="91440" tIns="45720" rIns="91440" bIns="45720" anchor="t">
            <a:spAutoFit/>
          </a:bodyPr>
          <a:lstStyle/>
          <a:p>
            <a:pPr marL="450215" indent="-450215">
              <a:spcAft>
                <a:spcPts val="800"/>
              </a:spcAft>
            </a:pPr>
            <a:endParaRPr lang="es-MX" sz="2400" dirty="0">
              <a:highlight>
                <a:srgbClr val="00FFFF"/>
              </a:highlight>
              <a:latin typeface="Arial" panose="020B0604020202020204" pitchFamily="34" charset="0"/>
              <a:ea typeface="Calibri" panose="020F0502020204030204" pitchFamily="34" charset="0"/>
              <a:cs typeface="Arial" panose="020B0604020202020204" pitchFamily="34" charset="0"/>
            </a:endParaRPr>
          </a:p>
          <a:p>
            <a:r>
              <a:rPr lang="es-MX" sz="2400" dirty="0">
                <a:latin typeface="Arial" panose="020B0604020202020204" pitchFamily="34" charset="0"/>
                <a:cs typeface="Arial" panose="020B0604020202020204" pitchFamily="34" charset="0"/>
              </a:rPr>
              <a:t>Brahms, J. (2001). </a:t>
            </a:r>
            <a:r>
              <a:rPr lang="es-MX" sz="2400" dirty="0" err="1">
                <a:latin typeface="Arial" panose="020B0604020202020204" pitchFamily="34" charset="0"/>
                <a:cs typeface="Arial" panose="020B0604020202020204" pitchFamily="34" charset="0"/>
              </a:rPr>
              <a:t>Wiegenlied</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Op</a:t>
            </a:r>
            <a:r>
              <a:rPr lang="es-MX" sz="2400" dirty="0">
                <a:latin typeface="Arial" panose="020B0604020202020204" pitchFamily="34" charset="0"/>
                <a:cs typeface="Arial" panose="020B0604020202020204" pitchFamily="34" charset="0"/>
              </a:rPr>
              <a:t>. 49: No. 4 (canción de cuna) [obra grabada por </a:t>
            </a:r>
            <a:r>
              <a:rPr lang="es-MX" sz="2400" dirty="0" err="1">
                <a:latin typeface="Arial" panose="020B0604020202020204" pitchFamily="34" charset="0"/>
                <a:cs typeface="Arial" panose="020B0604020202020204" pitchFamily="34" charset="0"/>
              </a:rPr>
              <a:t>Banse</a:t>
            </a:r>
            <a:r>
              <a:rPr lang="es-MX" sz="2400" dirty="0">
                <a:latin typeface="Arial" panose="020B0604020202020204" pitchFamily="34" charset="0"/>
                <a:cs typeface="Arial" panose="020B0604020202020204" pitchFamily="34" charset="0"/>
              </a:rPr>
              <a:t>, J. y </a:t>
            </a:r>
            <a:r>
              <a:rPr lang="es-MX" sz="2400" dirty="0" err="1">
                <a:latin typeface="Arial" panose="020B0604020202020204" pitchFamily="34" charset="0"/>
                <a:cs typeface="Arial" panose="020B0604020202020204" pitchFamily="34" charset="0"/>
              </a:rPr>
              <a:t>Deutsch</a:t>
            </a:r>
            <a:r>
              <a:rPr lang="es-MX" sz="2400" dirty="0">
                <a:latin typeface="Arial" panose="020B0604020202020204" pitchFamily="34" charset="0"/>
                <a:cs typeface="Arial" panose="020B0604020202020204" pitchFamily="34" charset="0"/>
              </a:rPr>
              <a:t>, H.]. En </a:t>
            </a:r>
            <a:r>
              <a:rPr lang="es-MX" sz="2400" i="1" dirty="0">
                <a:latin typeface="Arial" panose="020B0604020202020204" pitchFamily="34" charset="0"/>
                <a:cs typeface="Arial" panose="020B0604020202020204" pitchFamily="34" charset="0"/>
              </a:rPr>
              <a:t>Johannes Brahms: Lieder, Complete Edition</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vol</a:t>
            </a:r>
            <a:r>
              <a:rPr lang="es-MX" sz="2400" dirty="0">
                <a:latin typeface="Arial" panose="020B0604020202020204" pitchFamily="34" charset="0"/>
                <a:cs typeface="Arial" panose="020B0604020202020204" pitchFamily="34" charset="0"/>
              </a:rPr>
              <a:t>. 4. CPO (Classic Produktion Osnabrück</a:t>
            </a:r>
            <a:r>
              <a:rPr lang="es-MX" sz="2400" dirty="0" smtClean="0">
                <a:latin typeface="Arial" panose="020B0604020202020204" pitchFamily="34" charset="0"/>
                <a:cs typeface="Arial" panose="020B0604020202020204" pitchFamily="34" charset="0"/>
              </a:rPr>
              <a:t>) (obra </a:t>
            </a:r>
            <a:r>
              <a:rPr lang="es-MX" sz="2400" dirty="0">
                <a:latin typeface="Arial" panose="020B0604020202020204" pitchFamily="34" charset="0"/>
                <a:cs typeface="Arial" panose="020B0604020202020204" pitchFamily="34" charset="0"/>
              </a:rPr>
              <a:t>original publicada en 1868)  Track: </a:t>
            </a:r>
            <a:r>
              <a:rPr lang="es-MX" sz="2400" dirty="0" smtClean="0">
                <a:latin typeface="Arial" panose="020B0604020202020204" pitchFamily="34" charset="0"/>
                <a:cs typeface="Arial" panose="020B0604020202020204" pitchFamily="34" charset="0"/>
              </a:rPr>
              <a:t>16.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999444-2.</a:t>
            </a:r>
            <a:endParaRPr lang="es-MX" sz="2400"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a:p>
            <a:r>
              <a:rPr lang="es-MX" sz="2400" dirty="0">
                <a:latin typeface="Arial" panose="020B0604020202020204" pitchFamily="34" charset="0"/>
                <a:cs typeface="Arial" panose="020B0604020202020204" pitchFamily="34" charset="0"/>
              </a:rPr>
              <a:t>Strauss, J. (1988). </a:t>
            </a:r>
            <a:r>
              <a:rPr lang="es-MX" sz="2400" dirty="0" err="1">
                <a:latin typeface="Arial" panose="020B0604020202020204" pitchFamily="34" charset="0"/>
                <a:cs typeface="Arial" panose="020B0604020202020204" pitchFamily="34" charset="0"/>
              </a:rPr>
              <a:t>Frühlingsstimmen</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op</a:t>
            </a:r>
            <a:r>
              <a:rPr lang="es-MX" sz="2400" dirty="0">
                <a:latin typeface="Arial" panose="020B0604020202020204" pitchFamily="34" charset="0"/>
                <a:cs typeface="Arial" panose="020B0604020202020204" pitchFamily="34" charset="0"/>
              </a:rPr>
              <a:t>. 410 (Vals “voces de primavera”) [obra grabada por Strauss Festival </a:t>
            </a:r>
            <a:r>
              <a:rPr lang="es-MX" sz="2400" dirty="0" err="1">
                <a:latin typeface="Arial" panose="020B0604020202020204" pitchFamily="34" charset="0"/>
                <a:cs typeface="Arial" panose="020B0604020202020204" pitchFamily="34" charset="0"/>
              </a:rPr>
              <a:t>Orchestra</a:t>
            </a:r>
            <a:r>
              <a:rPr lang="es-MX" sz="2400" dirty="0">
                <a:latin typeface="Arial" panose="020B0604020202020204" pitchFamily="34" charset="0"/>
                <a:cs typeface="Arial" panose="020B0604020202020204" pitchFamily="34" charset="0"/>
              </a:rPr>
              <a:t>, y </a:t>
            </a:r>
            <a:r>
              <a:rPr lang="es-MX" sz="2400" dirty="0" err="1">
                <a:latin typeface="Arial" panose="020B0604020202020204" pitchFamily="34" charset="0"/>
                <a:cs typeface="Arial" panose="020B0604020202020204" pitchFamily="34" charset="0"/>
              </a:rPr>
              <a:t>Lenárd</a:t>
            </a:r>
            <a:r>
              <a:rPr lang="es-MX" sz="2400" dirty="0">
                <a:latin typeface="Arial" panose="020B0604020202020204" pitchFamily="34" charset="0"/>
                <a:cs typeface="Arial" panose="020B0604020202020204" pitchFamily="34" charset="0"/>
              </a:rPr>
              <a:t>, O.]. En </a:t>
            </a:r>
            <a:r>
              <a:rPr lang="es-MX" sz="2400" i="1" dirty="0">
                <a:latin typeface="Arial" panose="020B0604020202020204" pitchFamily="34" charset="0"/>
                <a:cs typeface="Arial" panose="020B0604020202020204" pitchFamily="34" charset="0"/>
              </a:rPr>
              <a:t>Johann Strauss Jr.: Most Famous Waltzes. </a:t>
            </a:r>
            <a:r>
              <a:rPr lang="es-MX" sz="2400" dirty="0" smtClean="0">
                <a:latin typeface="Arial" panose="020B0604020202020204" pitchFamily="34" charset="0"/>
                <a:cs typeface="Arial" panose="020B0604020202020204" pitchFamily="34" charset="0"/>
              </a:rPr>
              <a:t>Naxos (obra </a:t>
            </a:r>
            <a:r>
              <a:rPr lang="es-MX" sz="2400" dirty="0">
                <a:latin typeface="Arial" panose="020B0604020202020204" pitchFamily="34" charset="0"/>
                <a:cs typeface="Arial" panose="020B0604020202020204" pitchFamily="34" charset="0"/>
              </a:rPr>
              <a:t>original publicada en 1882)  Track: </a:t>
            </a:r>
            <a:r>
              <a:rPr lang="es-MX" sz="2400" dirty="0" smtClean="0">
                <a:latin typeface="Arial" panose="020B0604020202020204" pitchFamily="34" charset="0"/>
                <a:cs typeface="Arial" panose="020B0604020202020204" pitchFamily="34" charset="0"/>
              </a:rPr>
              <a:t>2.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8.550152.</a:t>
            </a:r>
            <a:endParaRPr lang="es-MX" sz="2400"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a:p>
            <a:r>
              <a:rPr lang="es-MX" sz="2400" dirty="0">
                <a:latin typeface="Arial" panose="020B0604020202020204" pitchFamily="34" charset="0"/>
                <a:cs typeface="Arial" panose="020B0604020202020204" pitchFamily="34" charset="0"/>
              </a:rPr>
              <a:t>Brahms, J. (1993). Piano Trio No. 1 in B </a:t>
            </a:r>
            <a:r>
              <a:rPr lang="es-MX" sz="2400" dirty="0" err="1">
                <a:latin typeface="Arial" panose="020B0604020202020204" pitchFamily="34" charset="0"/>
                <a:cs typeface="Arial" panose="020B0604020202020204" pitchFamily="34" charset="0"/>
              </a:rPr>
              <a:t>Major</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Op</a:t>
            </a:r>
            <a:r>
              <a:rPr lang="es-MX" sz="2400" dirty="0">
                <a:latin typeface="Arial" panose="020B0604020202020204" pitchFamily="34" charset="0"/>
                <a:cs typeface="Arial" panose="020B0604020202020204" pitchFamily="34" charset="0"/>
              </a:rPr>
              <a:t>. 8, 1 Allegro con </a:t>
            </a:r>
            <a:r>
              <a:rPr lang="es-MX" sz="2400" dirty="0" err="1">
                <a:latin typeface="Arial" panose="020B0604020202020204" pitchFamily="34" charset="0"/>
                <a:cs typeface="Arial" panose="020B0604020202020204" pitchFamily="34" charset="0"/>
              </a:rPr>
              <a:t>brio</a:t>
            </a:r>
            <a:r>
              <a:rPr lang="es-MX" sz="2400" dirty="0">
                <a:latin typeface="Arial" panose="020B0604020202020204" pitchFamily="34" charset="0"/>
                <a:cs typeface="Arial" panose="020B0604020202020204" pitchFamily="34" charset="0"/>
              </a:rPr>
              <a:t> [obra grabada por Viena Piano Trio]. En </a:t>
            </a:r>
            <a:r>
              <a:rPr lang="es-MX" sz="2400" i="1" dirty="0">
                <a:latin typeface="Arial" panose="020B0604020202020204" pitchFamily="34" charset="0"/>
                <a:cs typeface="Arial" panose="020B0604020202020204" pitchFamily="34" charset="0"/>
              </a:rPr>
              <a:t>Brahms Piano Tríos. </a:t>
            </a:r>
            <a:r>
              <a:rPr lang="es-MX" sz="2400" dirty="0" smtClean="0">
                <a:latin typeface="Arial" panose="020B0604020202020204" pitchFamily="34" charset="0"/>
                <a:cs typeface="Arial" panose="020B0604020202020204" pitchFamily="34" charset="0"/>
              </a:rPr>
              <a:t>Naxos</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(obra </a:t>
            </a:r>
            <a:r>
              <a:rPr lang="es-MX" sz="2400" dirty="0">
                <a:latin typeface="Arial" panose="020B0604020202020204" pitchFamily="34" charset="0"/>
                <a:cs typeface="Arial" panose="020B0604020202020204" pitchFamily="34" charset="0"/>
              </a:rPr>
              <a:t>original publicada en 1854)  Track: </a:t>
            </a:r>
            <a:r>
              <a:rPr lang="es-MX" sz="2400" dirty="0" smtClean="0">
                <a:latin typeface="Arial" panose="020B0604020202020204" pitchFamily="34" charset="0"/>
                <a:cs typeface="Arial" panose="020B0604020202020204" pitchFamily="34" charset="0"/>
              </a:rPr>
              <a:t>1.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8.550746.</a:t>
            </a:r>
            <a:endParaRPr lang="es-MX" sz="2400"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a:p>
            <a:pPr lvl="0"/>
            <a:r>
              <a:rPr lang="es-MX" sz="2400" dirty="0" err="1">
                <a:latin typeface="Arial" panose="020B0604020202020204" pitchFamily="34" charset="0"/>
                <a:cs typeface="Arial" panose="020B0604020202020204" pitchFamily="34" charset="0"/>
              </a:rPr>
              <a:t>Grieg</a:t>
            </a:r>
            <a:r>
              <a:rPr lang="es-MX" sz="2400" dirty="0">
                <a:latin typeface="Arial" panose="020B0604020202020204" pitchFamily="34" charset="0"/>
                <a:cs typeface="Arial" panose="020B0604020202020204" pitchFamily="34" charset="0"/>
              </a:rPr>
              <a:t>, E. (1994). </a:t>
            </a:r>
            <a:r>
              <a:rPr lang="es-MX" sz="2400" dirty="0" err="1">
                <a:latin typeface="Arial" panose="020B0604020202020204" pitchFamily="34" charset="0"/>
                <a:cs typeface="Arial" panose="020B0604020202020204" pitchFamily="34" charset="0"/>
              </a:rPr>
              <a:t>Morgenstemning</a:t>
            </a:r>
            <a:r>
              <a:rPr lang="es-MX" sz="2400" dirty="0">
                <a:latin typeface="Arial" panose="020B0604020202020204" pitchFamily="34" charset="0"/>
                <a:cs typeface="Arial" panose="020B0604020202020204" pitchFamily="34" charset="0"/>
              </a:rPr>
              <a:t> (La mañana, Suite No. 1, </a:t>
            </a:r>
            <a:r>
              <a:rPr lang="es-MX" sz="2400" dirty="0" err="1">
                <a:latin typeface="Arial" panose="020B0604020202020204" pitchFamily="34" charset="0"/>
                <a:cs typeface="Arial" panose="020B0604020202020204" pitchFamily="34" charset="0"/>
              </a:rPr>
              <a:t>Op</a:t>
            </a:r>
            <a:r>
              <a:rPr lang="es-MX" sz="2400" dirty="0">
                <a:latin typeface="Arial" panose="020B0604020202020204" pitchFamily="34" charset="0"/>
                <a:cs typeface="Arial" panose="020B0604020202020204" pitchFamily="34" charset="0"/>
              </a:rPr>
              <a:t>. 46) [obra grabada por la BBC Scottish </a:t>
            </a:r>
            <a:r>
              <a:rPr lang="es-MX" sz="2400" dirty="0" err="1">
                <a:latin typeface="Arial" panose="020B0604020202020204" pitchFamily="34" charset="0"/>
                <a:cs typeface="Arial" panose="020B0604020202020204" pitchFamily="34" charset="0"/>
              </a:rPr>
              <a:t>Symphony</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Orchestra</a:t>
            </a:r>
            <a:r>
              <a:rPr lang="es-MX" sz="2400" dirty="0">
                <a:latin typeface="Arial" panose="020B0604020202020204" pitchFamily="34" charset="0"/>
                <a:cs typeface="Arial" panose="020B0604020202020204" pitchFamily="34" charset="0"/>
              </a:rPr>
              <a:t> y </a:t>
            </a:r>
            <a:r>
              <a:rPr lang="es-MX" sz="2400" dirty="0" err="1">
                <a:latin typeface="Arial" panose="020B0604020202020204" pitchFamily="34" charset="0"/>
                <a:cs typeface="Arial" panose="020B0604020202020204" pitchFamily="34" charset="0"/>
              </a:rPr>
              <a:t>Maksymiuk</a:t>
            </a:r>
            <a:r>
              <a:rPr lang="es-MX" sz="2400" dirty="0">
                <a:latin typeface="Arial" panose="020B0604020202020204" pitchFamily="34" charset="0"/>
                <a:cs typeface="Arial" panose="020B0604020202020204" pitchFamily="34" charset="0"/>
              </a:rPr>
              <a:t>, J.]. En </a:t>
            </a:r>
            <a:r>
              <a:rPr lang="es-MX" sz="2400" i="1" dirty="0">
                <a:latin typeface="Arial" panose="020B0604020202020204" pitchFamily="34" charset="0"/>
                <a:cs typeface="Arial" panose="020B0604020202020204" pitchFamily="34" charset="0"/>
              </a:rPr>
              <a:t>Grieg: Peer Gynt, Suites 1 and 2. </a:t>
            </a:r>
            <a:r>
              <a:rPr lang="es-MX" sz="2400" dirty="0" smtClean="0">
                <a:latin typeface="Arial" panose="020B0604020202020204" pitchFamily="34" charset="0"/>
                <a:cs typeface="Arial" panose="020B0604020202020204" pitchFamily="34" charset="0"/>
              </a:rPr>
              <a:t>Naxos </a:t>
            </a:r>
            <a:r>
              <a:rPr lang="es-MX" sz="2400" dirty="0">
                <a:latin typeface="Arial" panose="020B0604020202020204" pitchFamily="34" charset="0"/>
                <a:cs typeface="Arial" panose="020B0604020202020204" pitchFamily="34" charset="0"/>
              </a:rPr>
              <a:t>(obra original publicada en 1886)  Track: </a:t>
            </a:r>
            <a:r>
              <a:rPr lang="es-MX" sz="2400" dirty="0" smtClean="0">
                <a:latin typeface="Arial" panose="020B0604020202020204" pitchFamily="34" charset="0"/>
                <a:cs typeface="Arial" panose="020B0604020202020204" pitchFamily="34" charset="0"/>
              </a:rPr>
              <a:t>1. Número </a:t>
            </a:r>
            <a:r>
              <a:rPr lang="es-MX" sz="2400" dirty="0">
                <a:latin typeface="Arial" panose="020B0604020202020204" pitchFamily="34" charset="0"/>
                <a:cs typeface="Arial" panose="020B0604020202020204" pitchFamily="34" charset="0"/>
              </a:rPr>
              <a:t>de Catálogo: </a:t>
            </a:r>
            <a:r>
              <a:rPr lang="es-MX" sz="2400" dirty="0" smtClean="0">
                <a:latin typeface="Arial" panose="020B0604020202020204" pitchFamily="34" charset="0"/>
                <a:cs typeface="Arial" panose="020B0604020202020204" pitchFamily="34" charset="0"/>
              </a:rPr>
              <a:t>8.550864.</a:t>
            </a:r>
            <a:endParaRPr lang="es-MX" sz="2400" dirty="0">
              <a:latin typeface="Arial" panose="020B0604020202020204" pitchFamily="34" charset="0"/>
              <a:cs typeface="Arial" panose="020B0604020202020204" pitchFamily="34" charset="0"/>
            </a:endParaRPr>
          </a:p>
          <a:p>
            <a:pPr lvl="0"/>
            <a:endParaRPr lang="es-MX" sz="2400" dirty="0">
              <a:latin typeface="Arial" panose="020B0604020202020204" pitchFamily="34" charset="0"/>
              <a:cs typeface="Arial" panose="020B0604020202020204" pitchFamily="34" charset="0"/>
            </a:endParaRPr>
          </a:p>
          <a:p>
            <a:pPr lvl="0"/>
            <a:r>
              <a:rPr lang="es-MX" sz="2400" dirty="0">
                <a:latin typeface="Arial" panose="020B0604020202020204" pitchFamily="34" charset="0"/>
                <a:cs typeface="Arial" panose="020B0604020202020204" pitchFamily="34" charset="0"/>
              </a:rPr>
              <a:t>Ravel, M. (1997). Bolero, [obra grabada por la </a:t>
            </a:r>
            <a:r>
              <a:rPr lang="es-MX" sz="2400" dirty="0" err="1">
                <a:latin typeface="Arial" panose="020B0604020202020204" pitchFamily="34" charset="0"/>
                <a:cs typeface="Arial" panose="020B0604020202020204" pitchFamily="34" charset="0"/>
              </a:rPr>
              <a:t>Slovak</a:t>
            </a:r>
            <a:r>
              <a:rPr lang="es-MX" sz="2400" dirty="0">
                <a:latin typeface="Arial" panose="020B0604020202020204" pitchFamily="34" charset="0"/>
                <a:cs typeface="Arial" panose="020B0604020202020204" pitchFamily="34" charset="0"/>
              </a:rPr>
              <a:t> Radio </a:t>
            </a:r>
            <a:r>
              <a:rPr lang="es-MX" sz="2400" dirty="0" err="1">
                <a:latin typeface="Arial" panose="020B0604020202020204" pitchFamily="34" charset="0"/>
                <a:cs typeface="Arial" panose="020B0604020202020204" pitchFamily="34" charset="0"/>
              </a:rPr>
              <a:t>Symphony</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Orchestra</a:t>
            </a:r>
            <a:r>
              <a:rPr lang="es-MX" sz="2400" dirty="0">
                <a:latin typeface="Arial" panose="020B0604020202020204" pitchFamily="34" charset="0"/>
                <a:cs typeface="Arial" panose="020B0604020202020204" pitchFamily="34" charset="0"/>
              </a:rPr>
              <a:t>, y Jean, K.]. En </a:t>
            </a:r>
            <a:r>
              <a:rPr lang="es-MX" sz="2400" i="1" dirty="0">
                <a:latin typeface="Arial" panose="020B0604020202020204" pitchFamily="34" charset="0"/>
                <a:cs typeface="Arial" panose="020B0604020202020204" pitchFamily="34" charset="0"/>
              </a:rPr>
              <a:t>Ravel: Bolero, Daphnis et Chloe, Piano Concerto, Ma mere l'oye.</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Naxos </a:t>
            </a:r>
            <a:r>
              <a:rPr lang="es-MX" sz="2400" dirty="0">
                <a:latin typeface="Arial" panose="020B0604020202020204" pitchFamily="34" charset="0"/>
                <a:cs typeface="Arial" panose="020B0604020202020204" pitchFamily="34" charset="0"/>
              </a:rPr>
              <a:t>(obra original publicada en 1928) Track: </a:t>
            </a:r>
            <a:r>
              <a:rPr lang="es-MX" sz="2400" dirty="0" smtClean="0">
                <a:latin typeface="Arial" panose="020B0604020202020204" pitchFamily="34" charset="0"/>
                <a:cs typeface="Arial" panose="020B0604020202020204" pitchFamily="34" charset="0"/>
              </a:rPr>
              <a:t>11.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8.553276.</a:t>
            </a:r>
            <a:endParaRPr lang="es-MX" sz="2400" dirty="0">
              <a:latin typeface="Arial" panose="020B0604020202020204" pitchFamily="34" charset="0"/>
              <a:cs typeface="Arial" panose="020B0604020202020204" pitchFamily="34" charset="0"/>
            </a:endParaRPr>
          </a:p>
          <a:p>
            <a:pPr lvl="0"/>
            <a:endParaRPr lang="es-MX" sz="2400" dirty="0">
              <a:latin typeface="Arial" panose="020B0604020202020204" pitchFamily="34" charset="0"/>
              <a:cs typeface="Arial" panose="020B0604020202020204" pitchFamily="34" charset="0"/>
            </a:endParaRPr>
          </a:p>
          <a:p>
            <a:pPr lvl="0"/>
            <a:r>
              <a:rPr lang="es-MX" sz="2400" dirty="0" err="1">
                <a:latin typeface="Arial" panose="020B0604020202020204" pitchFamily="34" charset="0"/>
                <a:cs typeface="Arial" panose="020B0604020202020204" pitchFamily="34" charset="0"/>
              </a:rPr>
              <a:t>Dukas</a:t>
            </a:r>
            <a:r>
              <a:rPr lang="es-MX" sz="2400" dirty="0">
                <a:latin typeface="Arial" panose="020B0604020202020204" pitchFamily="34" charset="0"/>
                <a:cs typeface="Arial" panose="020B0604020202020204" pitchFamily="34" charset="0"/>
              </a:rPr>
              <a:t>, P. (2014). </a:t>
            </a:r>
            <a:r>
              <a:rPr lang="es-MX" sz="2400" dirty="0" err="1">
                <a:latin typeface="Arial" panose="020B0604020202020204" pitchFamily="34" charset="0"/>
                <a:cs typeface="Arial" panose="020B0604020202020204" pitchFamily="34" charset="0"/>
              </a:rPr>
              <a:t>L'apprenti</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sorcier</a:t>
            </a:r>
            <a:r>
              <a:rPr lang="es-MX" sz="2400" dirty="0">
                <a:latin typeface="Arial" panose="020B0604020202020204" pitchFamily="34" charset="0"/>
                <a:cs typeface="Arial" panose="020B0604020202020204" pitchFamily="34" charset="0"/>
              </a:rPr>
              <a:t> (El aprendiz de brujo) [obra grabada por </a:t>
            </a:r>
            <a:r>
              <a:rPr lang="es-MX" sz="2400" dirty="0" err="1">
                <a:latin typeface="Arial" panose="020B0604020202020204" pitchFamily="34" charset="0"/>
                <a:cs typeface="Arial" panose="020B0604020202020204" pitchFamily="34" charset="0"/>
              </a:rPr>
              <a:t>Ireland</a:t>
            </a:r>
            <a:r>
              <a:rPr lang="es-MX" sz="2400" dirty="0">
                <a:latin typeface="Arial" panose="020B0604020202020204" pitchFamily="34" charset="0"/>
                <a:cs typeface="Arial" panose="020B0604020202020204" pitchFamily="34" charset="0"/>
              </a:rPr>
              <a:t> RTÉ (</a:t>
            </a:r>
            <a:r>
              <a:rPr lang="es-MX" sz="2400" dirty="0" err="1">
                <a:latin typeface="Arial" panose="020B0604020202020204" pitchFamily="34" charset="0"/>
                <a:cs typeface="Arial" panose="020B0604020202020204" pitchFamily="34" charset="0"/>
              </a:rPr>
              <a:t>Raidió</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Teilifís</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Éireann</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National</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Symphony</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Orchestra</a:t>
            </a:r>
            <a:r>
              <a:rPr lang="es-MX" sz="2400" dirty="0">
                <a:latin typeface="Arial" panose="020B0604020202020204" pitchFamily="34" charset="0"/>
                <a:cs typeface="Arial" panose="020B0604020202020204" pitchFamily="34" charset="0"/>
              </a:rPr>
              <a:t>, y </a:t>
            </a:r>
            <a:r>
              <a:rPr lang="es-MX" sz="2400" dirty="0" err="1">
                <a:latin typeface="Arial" panose="020B0604020202020204" pitchFamily="34" charset="0"/>
                <a:cs typeface="Arial" panose="020B0604020202020204" pitchFamily="34" charset="0"/>
              </a:rPr>
              <a:t>Tingaud</a:t>
            </a:r>
            <a:r>
              <a:rPr lang="es-MX" sz="2400" dirty="0">
                <a:latin typeface="Arial" panose="020B0604020202020204" pitchFamily="34" charset="0"/>
                <a:cs typeface="Arial" panose="020B0604020202020204" pitchFamily="34" charset="0"/>
              </a:rPr>
              <a:t>, J. L.]. </a:t>
            </a:r>
            <a:r>
              <a:rPr lang="en-US" sz="2400" dirty="0">
                <a:latin typeface="Arial" panose="020B0604020202020204" pitchFamily="34" charset="0"/>
                <a:cs typeface="Arial" panose="020B0604020202020204" pitchFamily="34" charset="0"/>
              </a:rPr>
              <a:t>En </a:t>
            </a:r>
            <a:r>
              <a:rPr lang="en-US" sz="2400" i="1" dirty="0" err="1">
                <a:latin typeface="Arial" panose="020B0604020202020204" pitchFamily="34" charset="0"/>
                <a:cs typeface="Arial" panose="020B0604020202020204" pitchFamily="34" charset="0"/>
              </a:rPr>
              <a:t>Dukas</a:t>
            </a:r>
            <a:r>
              <a:rPr lang="en-US" sz="2400" i="1" dirty="0">
                <a:latin typeface="Arial" panose="020B0604020202020204" pitchFamily="34" charset="0"/>
                <a:cs typeface="Arial" panose="020B0604020202020204" pitchFamily="34" charset="0"/>
              </a:rPr>
              <a:t> Symphony in C Major / The sorcerer’s apprentice, La </a:t>
            </a:r>
            <a:r>
              <a:rPr lang="en-US" sz="2400" i="1" dirty="0" err="1">
                <a:latin typeface="Arial" panose="020B0604020202020204" pitchFamily="34" charset="0"/>
                <a:cs typeface="Arial" panose="020B0604020202020204" pitchFamily="34" charset="0"/>
              </a:rPr>
              <a:t>Peri</a:t>
            </a:r>
            <a:r>
              <a:rPr lang="en-US" sz="2400" i="1"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Naxos </a:t>
            </a:r>
            <a:r>
              <a:rPr lang="es-MX" sz="2400" dirty="0">
                <a:latin typeface="Arial" panose="020B0604020202020204" pitchFamily="34" charset="0"/>
                <a:cs typeface="Arial" panose="020B0604020202020204" pitchFamily="34" charset="0"/>
              </a:rPr>
              <a:t>(obra original publicada en 1897) Track: </a:t>
            </a:r>
            <a:r>
              <a:rPr lang="es-MX" sz="2400" dirty="0" smtClean="0">
                <a:latin typeface="Arial" panose="020B0604020202020204" pitchFamily="34" charset="0"/>
                <a:cs typeface="Arial" panose="020B0604020202020204" pitchFamily="34" charset="0"/>
              </a:rPr>
              <a:t>1.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8.573296.</a:t>
            </a:r>
            <a:endParaRPr lang="es-MX" sz="2400" dirty="0">
              <a:latin typeface="Arial" panose="020B0604020202020204" pitchFamily="34" charset="0"/>
              <a:cs typeface="Arial" panose="020B0604020202020204" pitchFamily="34" charset="0"/>
            </a:endParaRPr>
          </a:p>
          <a:p>
            <a:pPr lvl="0"/>
            <a:endParaRPr lang="es-MX" sz="2400" dirty="0">
              <a:latin typeface="Arial" panose="020B0604020202020204" pitchFamily="34" charset="0"/>
              <a:cs typeface="Arial" panose="020B0604020202020204" pitchFamily="34" charset="0"/>
            </a:endParaRPr>
          </a:p>
          <a:p>
            <a:r>
              <a:rPr lang="es-MX" sz="2400" dirty="0" err="1">
                <a:latin typeface="Arial" panose="020B0604020202020204" pitchFamily="34" charset="0"/>
                <a:cs typeface="Arial" panose="020B0604020202020204" pitchFamily="34" charset="0"/>
              </a:rPr>
              <a:t>Satie</a:t>
            </a:r>
            <a:r>
              <a:rPr lang="es-MX" sz="2400" dirty="0">
                <a:latin typeface="Arial" panose="020B0604020202020204" pitchFamily="34" charset="0"/>
                <a:cs typeface="Arial" panose="020B0604020202020204" pitchFamily="34" charset="0"/>
              </a:rPr>
              <a:t>, E. (2009). 3 </a:t>
            </a:r>
            <a:r>
              <a:rPr lang="es-MX" sz="2400" dirty="0" err="1">
                <a:latin typeface="Arial" panose="020B0604020202020204" pitchFamily="34" charset="0"/>
                <a:cs typeface="Arial" panose="020B0604020202020204" pitchFamily="34" charset="0"/>
              </a:rPr>
              <a:t>Gymnopédies</a:t>
            </a:r>
            <a:r>
              <a:rPr lang="es-MX" sz="2400" dirty="0">
                <a:latin typeface="Arial" panose="020B0604020202020204" pitchFamily="34" charset="0"/>
                <a:cs typeface="Arial" panose="020B0604020202020204" pitchFamily="34" charset="0"/>
              </a:rPr>
              <a:t>: No. 1. </a:t>
            </a:r>
            <a:r>
              <a:rPr lang="es-MX" sz="2400" dirty="0" err="1">
                <a:latin typeface="Arial" panose="020B0604020202020204" pitchFamily="34" charset="0"/>
                <a:cs typeface="Arial" panose="020B0604020202020204" pitchFamily="34" charset="0"/>
              </a:rPr>
              <a:t>Lent</a:t>
            </a:r>
            <a:r>
              <a:rPr lang="es-MX" sz="2400" dirty="0">
                <a:latin typeface="Arial" panose="020B0604020202020204" pitchFamily="34" charset="0"/>
                <a:cs typeface="Arial" panose="020B0604020202020204" pitchFamily="34" charset="0"/>
              </a:rPr>
              <a:t> et </a:t>
            </a:r>
            <a:r>
              <a:rPr lang="es-MX" sz="2400" dirty="0" err="1">
                <a:latin typeface="Arial" panose="020B0604020202020204" pitchFamily="34" charset="0"/>
                <a:cs typeface="Arial" panose="020B0604020202020204" pitchFamily="34" charset="0"/>
              </a:rPr>
              <a:t>douloureux</a:t>
            </a:r>
            <a:r>
              <a:rPr lang="es-MX" sz="2400" dirty="0">
                <a:latin typeface="Arial" panose="020B0604020202020204" pitchFamily="34" charset="0"/>
                <a:cs typeface="Arial" panose="020B0604020202020204" pitchFamily="34" charset="0"/>
              </a:rPr>
              <a:t> [obra grabada por Pascal </a:t>
            </a:r>
            <a:r>
              <a:rPr lang="es-MX" sz="2400" dirty="0" err="1">
                <a:latin typeface="Arial" panose="020B0604020202020204" pitchFamily="34" charset="0"/>
                <a:cs typeface="Arial" panose="020B0604020202020204" pitchFamily="34" charset="0"/>
              </a:rPr>
              <a:t>Rogé</a:t>
            </a:r>
            <a:r>
              <a:rPr lang="es-MX"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En </a:t>
            </a:r>
            <a:r>
              <a:rPr lang="en-US" sz="2400" i="1" dirty="0">
                <a:latin typeface="Arial" panose="020B0604020202020204" pitchFamily="34" charset="0"/>
                <a:cs typeface="Arial" panose="020B0604020202020204" pitchFamily="34" charset="0"/>
              </a:rPr>
              <a:t>Crystal Dream: Erik Satie and Takashi </a:t>
            </a:r>
            <a:r>
              <a:rPr lang="en-US" sz="2400" i="1" dirty="0" err="1">
                <a:latin typeface="Arial" panose="020B0604020202020204" pitchFamily="34" charset="0"/>
                <a:cs typeface="Arial" panose="020B0604020202020204" pitchFamily="34" charset="0"/>
              </a:rPr>
              <a:t>Yoshimatsu</a:t>
            </a:r>
            <a:r>
              <a:rPr lang="en-US" sz="2400" i="1" dirty="0">
                <a:latin typeface="Arial" panose="020B0604020202020204" pitchFamily="34" charset="0"/>
                <a:cs typeface="Arial" panose="020B0604020202020204" pitchFamily="34" charset="0"/>
              </a:rPr>
              <a:t> piano work</a:t>
            </a:r>
            <a:r>
              <a:rPr lang="en-US"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Triton </a:t>
            </a:r>
            <a:r>
              <a:rPr lang="es-MX" sz="2400" dirty="0">
                <a:latin typeface="Arial" panose="020B0604020202020204" pitchFamily="34" charset="0"/>
                <a:cs typeface="Arial" panose="020B0604020202020204" pitchFamily="34" charset="0"/>
              </a:rPr>
              <a:t>(obra original publicada en 1888) Track: </a:t>
            </a:r>
            <a:r>
              <a:rPr lang="es-MX" sz="2400" dirty="0" smtClean="0">
                <a:latin typeface="Arial" panose="020B0604020202020204" pitchFamily="34" charset="0"/>
                <a:cs typeface="Arial" panose="020B0604020202020204" pitchFamily="34" charset="0"/>
              </a:rPr>
              <a:t>3. Número </a:t>
            </a:r>
            <a:r>
              <a:rPr lang="es-MX" sz="2400" dirty="0">
                <a:latin typeface="Arial" panose="020B0604020202020204" pitchFamily="34" charset="0"/>
                <a:cs typeface="Arial" panose="020B0604020202020204" pitchFamily="34" charset="0"/>
              </a:rPr>
              <a:t>de </a:t>
            </a:r>
            <a:r>
              <a:rPr lang="es-MX" sz="2400" dirty="0" smtClean="0">
                <a:latin typeface="Arial" panose="020B0604020202020204" pitchFamily="34" charset="0"/>
                <a:cs typeface="Arial" panose="020B0604020202020204" pitchFamily="34" charset="0"/>
              </a:rPr>
              <a:t>catálogo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OVCT-00052.</a:t>
            </a:r>
            <a:endParaRPr lang="es-MX" sz="2400"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a:p>
            <a:pPr lvl="0"/>
            <a:r>
              <a:rPr lang="en-US" sz="2400" dirty="0">
                <a:latin typeface="Arial" panose="020B0604020202020204" pitchFamily="34" charset="0"/>
                <a:cs typeface="Arial" panose="020B0604020202020204" pitchFamily="34" charset="0"/>
              </a:rPr>
              <a:t>Holst, G., y Strauss, R. (2017). </a:t>
            </a:r>
            <a:r>
              <a:rPr lang="en-US" sz="2400" i="1" dirty="0">
                <a:latin typeface="Arial" panose="020B0604020202020204" pitchFamily="34" charset="0"/>
                <a:cs typeface="Arial" panose="020B0604020202020204" pitchFamily="34" charset="0"/>
              </a:rPr>
              <a:t>Holst: The Planets and Strauss: Also </a:t>
            </a:r>
            <a:r>
              <a:rPr lang="en-US" sz="2400" i="1" dirty="0" err="1">
                <a:latin typeface="Arial" panose="020B0604020202020204" pitchFamily="34" charset="0"/>
                <a:cs typeface="Arial" panose="020B0604020202020204" pitchFamily="34" charset="0"/>
              </a:rPr>
              <a:t>sprach</a:t>
            </a:r>
            <a:r>
              <a:rPr lang="en-US" sz="2400" i="1" dirty="0">
                <a:latin typeface="Arial" panose="020B0604020202020204" pitchFamily="34" charset="0"/>
                <a:cs typeface="Arial" panose="020B0604020202020204" pitchFamily="34" charset="0"/>
              </a:rPr>
              <a:t> Zarathustra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Álbum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grabado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por</a:t>
            </a:r>
            <a:r>
              <a:rPr lang="en-US" sz="2400" dirty="0">
                <a:latin typeface="Arial" panose="020B0604020202020204" pitchFamily="34" charset="0"/>
                <a:cs typeface="Arial" panose="020B0604020202020204" pitchFamily="34" charset="0"/>
              </a:rPr>
              <a:t> National Youth Orchestra of Great Britain, y Gardner, E.]. </a:t>
            </a:r>
            <a:r>
              <a:rPr lang="en-US" sz="2400" dirty="0" err="1" smtClean="0">
                <a:latin typeface="Arial" panose="020B0604020202020204" pitchFamily="34" charset="0"/>
                <a:cs typeface="Arial" panose="020B0604020202020204" pitchFamily="34" charset="0"/>
              </a:rPr>
              <a:t>Chandos</a:t>
            </a: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obras</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originales</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publicadas</a:t>
            </a:r>
            <a:r>
              <a:rPr lang="en-US" sz="2400" dirty="0">
                <a:latin typeface="Arial" panose="020B0604020202020204" pitchFamily="34" charset="0"/>
                <a:cs typeface="Arial" panose="020B0604020202020204" pitchFamily="34" charset="0"/>
              </a:rPr>
              <a:t> en 1916 y 1896) Tracks: 1 a </a:t>
            </a:r>
            <a:r>
              <a:rPr lang="en-US" sz="2400" dirty="0" smtClean="0">
                <a:latin typeface="Arial" panose="020B0604020202020204" pitchFamily="34" charset="0"/>
                <a:cs typeface="Arial" panose="020B0604020202020204" pitchFamily="34" charset="0"/>
              </a:rPr>
              <a:t>9. </a:t>
            </a:r>
            <a:r>
              <a:rPr lang="en-US" sz="2400" dirty="0" err="1" smtClean="0">
                <a:latin typeface="Arial" panose="020B0604020202020204" pitchFamily="34" charset="0"/>
                <a:cs typeface="Arial" panose="020B0604020202020204" pitchFamily="34" charset="0"/>
              </a:rPr>
              <a:t>Número</a:t>
            </a: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de </a:t>
            </a:r>
            <a:r>
              <a:rPr lang="en-US" sz="2400" dirty="0" err="1">
                <a:latin typeface="Arial" panose="020B0604020202020204" pitchFamily="34" charset="0"/>
                <a:cs typeface="Arial" panose="020B0604020202020204" pitchFamily="34" charset="0"/>
              </a:rPr>
              <a:t>c</a:t>
            </a:r>
            <a:r>
              <a:rPr lang="en-US" sz="2400" dirty="0" err="1" smtClean="0">
                <a:latin typeface="Arial" panose="020B0604020202020204" pitchFamily="34" charset="0"/>
                <a:cs typeface="Arial" panose="020B0604020202020204" pitchFamily="34" charset="0"/>
              </a:rPr>
              <a:t>atálogo</a:t>
            </a:r>
            <a:r>
              <a:rPr lang="en-US"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CHSA5179.</a:t>
            </a:r>
            <a:endParaRPr lang="es-MX" sz="2400" dirty="0">
              <a:latin typeface="Arial" panose="020B0604020202020204" pitchFamily="34" charset="0"/>
              <a:cs typeface="Arial" panose="020B0604020202020204" pitchFamily="34" charset="0"/>
            </a:endParaRPr>
          </a:p>
          <a:p>
            <a:pPr marL="450215" indent="-450215">
              <a:spcAft>
                <a:spcPts val="800"/>
              </a:spcAft>
            </a:pPr>
            <a:endParaRPr lang="es-MX" sz="2400" dirty="0">
              <a:effectLst/>
              <a:highlight>
                <a:srgbClr val="00FFFF"/>
              </a:highligh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08426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C24E2146-BDD6-4FAF-8044-A58FA64894D3}"/>
              </a:ext>
            </a:extLst>
          </p:cNvPr>
          <p:cNvSpPr txBox="1"/>
          <p:nvPr/>
        </p:nvSpPr>
        <p:spPr>
          <a:xfrm>
            <a:off x="716280" y="1048633"/>
            <a:ext cx="18501360" cy="13552428"/>
          </a:xfrm>
          <a:prstGeom prst="rect">
            <a:avLst/>
          </a:prstGeom>
          <a:noFill/>
        </p:spPr>
        <p:txBody>
          <a:bodyPr wrap="square" lIns="91440" tIns="45720" rIns="91440" bIns="45720" anchor="t">
            <a:spAutoFit/>
          </a:bodyPr>
          <a:lstStyle/>
          <a:p>
            <a:pPr marL="450215" indent="-450215">
              <a:spcAft>
                <a:spcPts val="800"/>
              </a:spcAft>
            </a:pPr>
            <a:r>
              <a:rPr lang="es-MX" sz="3200" b="1" dirty="0">
                <a:latin typeface="Arial" panose="020B0604020202020204" pitchFamily="34" charset="0"/>
                <a:cs typeface="Arial" panose="020B0604020202020204" pitchFamily="34" charset="0"/>
              </a:rPr>
              <a:t>Complementarias </a:t>
            </a: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Cervantes, L. B. (2018). Los instrumentos de cuerda frotada en el siglo XVIII. AV Notas: </a:t>
            </a:r>
            <a:r>
              <a:rPr lang="es-MX" sz="2400" i="1" dirty="0">
                <a:solidFill>
                  <a:srgbClr val="000000"/>
                </a:solidFill>
                <a:latin typeface="Arial" panose="020B0604020202020204" pitchFamily="34" charset="0"/>
                <a:cs typeface="Arial" panose="020B0604020202020204" pitchFamily="34" charset="0"/>
              </a:rPr>
              <a:t>Revista de Investigación Musical</a:t>
            </a:r>
            <a:r>
              <a:rPr lang="es-MX" sz="2400" dirty="0">
                <a:solidFill>
                  <a:srgbClr val="000000"/>
                </a:solidFill>
                <a:latin typeface="Arial" panose="020B0604020202020204" pitchFamily="34" charset="0"/>
                <a:cs typeface="Arial" panose="020B0604020202020204" pitchFamily="34" charset="0"/>
              </a:rPr>
              <a:t>, (5), 64-81. </a:t>
            </a:r>
            <a:r>
              <a:rPr lang="es-MX" sz="2400" dirty="0" smtClean="0">
                <a:solidFill>
                  <a:srgbClr val="000000"/>
                </a:solidFill>
                <a:latin typeface="Arial" panose="020B0604020202020204" pitchFamily="34" charset="0"/>
                <a:cs typeface="Arial" panose="020B0604020202020204" pitchFamily="34" charset="0"/>
                <a:hlinkClick r:id="rId2"/>
              </a:rPr>
              <a:t>https</a:t>
            </a:r>
            <a:r>
              <a:rPr lang="es-MX" sz="2400" dirty="0">
                <a:solidFill>
                  <a:srgbClr val="000000"/>
                </a:solidFill>
                <a:latin typeface="Arial" panose="020B0604020202020204" pitchFamily="34" charset="0"/>
                <a:cs typeface="Arial" panose="020B0604020202020204" pitchFamily="34" charset="0"/>
                <a:hlinkClick r:id="rId2"/>
              </a:rPr>
              <a:t>://dialnet.unirioja.es/descarga/articulo/7600318.pdf</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n-US"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n-US" sz="2400" dirty="0">
                <a:solidFill>
                  <a:srgbClr val="000000"/>
                </a:solidFill>
                <a:latin typeface="Arial" panose="020B0604020202020204" pitchFamily="34" charset="0"/>
                <a:cs typeface="Arial" panose="020B0604020202020204" pitchFamily="34" charset="0"/>
              </a:rPr>
              <a:t>Cisneros-Chico, J. E. (2012). Mozart, the genius and the music. </a:t>
            </a:r>
            <a:r>
              <a:rPr lang="es-MX" sz="2400" i="1" dirty="0">
                <a:solidFill>
                  <a:srgbClr val="000000"/>
                </a:solidFill>
                <a:latin typeface="Arial" panose="020B0604020202020204" pitchFamily="34" charset="0"/>
                <a:cs typeface="Arial" panose="020B0604020202020204" pitchFamily="34" charset="0"/>
              </a:rPr>
              <a:t>Revista Mexicana de Comunicación, Audiología, Otoneurología y Foniatría,</a:t>
            </a:r>
            <a:r>
              <a:rPr lang="es-MX" sz="2400" dirty="0">
                <a:solidFill>
                  <a:srgbClr val="000000"/>
                </a:solidFill>
                <a:latin typeface="Arial" panose="020B0604020202020204" pitchFamily="34" charset="0"/>
                <a:cs typeface="Arial" panose="020B0604020202020204" pitchFamily="34" charset="0"/>
              </a:rPr>
              <a:t> 1(3), 199-206. </a:t>
            </a:r>
            <a:r>
              <a:rPr lang="es-MX" sz="2400" dirty="0" smtClean="0">
                <a:solidFill>
                  <a:srgbClr val="000000"/>
                </a:solidFill>
                <a:latin typeface="Arial" panose="020B0604020202020204" pitchFamily="34" charset="0"/>
                <a:cs typeface="Arial" panose="020B0604020202020204" pitchFamily="34" charset="0"/>
                <a:hlinkClick r:id="rId3"/>
              </a:rPr>
              <a:t>https</a:t>
            </a:r>
            <a:r>
              <a:rPr lang="es-MX" sz="2400" dirty="0">
                <a:solidFill>
                  <a:srgbClr val="000000"/>
                </a:solidFill>
                <a:latin typeface="Arial" panose="020B0604020202020204" pitchFamily="34" charset="0"/>
                <a:cs typeface="Arial" panose="020B0604020202020204" pitchFamily="34" charset="0"/>
                <a:hlinkClick r:id="rId3"/>
              </a:rPr>
              <a:t>://www.medigraphic.com/pdfs/audiologia/fon-2012/fon123h.pdf</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err="1">
                <a:solidFill>
                  <a:srgbClr val="000000"/>
                </a:solidFill>
                <a:latin typeface="Arial" panose="020B0604020202020204" pitchFamily="34" charset="0"/>
                <a:cs typeface="Arial" panose="020B0604020202020204" pitchFamily="34" charset="0"/>
              </a:rPr>
              <a:t>Dahn</a:t>
            </a:r>
            <a:r>
              <a:rPr lang="es-MX" sz="2400" dirty="0">
                <a:solidFill>
                  <a:srgbClr val="000000"/>
                </a:solidFill>
                <a:latin typeface="Arial" panose="020B0604020202020204" pitchFamily="34" charset="0"/>
                <a:cs typeface="Arial" panose="020B0604020202020204" pitchFamily="34" charset="0"/>
              </a:rPr>
              <a:t>, I. (2010). Mozart. Sociología de un genio. </a:t>
            </a:r>
            <a:r>
              <a:rPr lang="es-MX" sz="2400" i="1" dirty="0">
                <a:solidFill>
                  <a:srgbClr val="000000"/>
                </a:solidFill>
                <a:latin typeface="Arial" panose="020B0604020202020204" pitchFamily="34" charset="0"/>
                <a:cs typeface="Arial" panose="020B0604020202020204" pitchFamily="34" charset="0"/>
              </a:rPr>
              <a:t>Miríada: Investigación en Ciencias Sociales,</a:t>
            </a:r>
            <a:r>
              <a:rPr lang="es-MX" sz="2400" dirty="0">
                <a:solidFill>
                  <a:srgbClr val="000000"/>
                </a:solidFill>
                <a:latin typeface="Arial" panose="020B0604020202020204" pitchFamily="34" charset="0"/>
                <a:cs typeface="Arial" panose="020B0604020202020204" pitchFamily="34" charset="0"/>
              </a:rPr>
              <a:t> 3(5), 155-158. </a:t>
            </a:r>
            <a:r>
              <a:rPr lang="es-MX" sz="2400" dirty="0" smtClean="0">
                <a:solidFill>
                  <a:srgbClr val="000000"/>
                </a:solidFill>
                <a:latin typeface="Arial" panose="020B0604020202020204" pitchFamily="34" charset="0"/>
                <a:cs typeface="Arial" panose="020B0604020202020204" pitchFamily="34" charset="0"/>
                <a:hlinkClick r:id="rId4"/>
              </a:rPr>
              <a:t>https</a:t>
            </a:r>
            <a:r>
              <a:rPr lang="es-MX" sz="2400" dirty="0">
                <a:solidFill>
                  <a:srgbClr val="000000"/>
                </a:solidFill>
                <a:latin typeface="Arial" panose="020B0604020202020204" pitchFamily="34" charset="0"/>
                <a:cs typeface="Arial" panose="020B0604020202020204" pitchFamily="34" charset="0"/>
                <a:hlinkClick r:id="rId4"/>
              </a:rPr>
              <a:t>://dialnet.unirioja.es/descarga/articulo/5024403.pdf</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D</a:t>
            </a:r>
            <a:r>
              <a:rPr lang="es-MX" sz="2400" dirty="0" smtClean="0">
                <a:solidFill>
                  <a:srgbClr val="000000"/>
                </a:solidFill>
                <a:latin typeface="Arial" panose="020B0604020202020204" pitchFamily="34" charset="0"/>
                <a:cs typeface="Arial" panose="020B0604020202020204" pitchFamily="34" charset="0"/>
              </a:rPr>
              <a:t>el </a:t>
            </a:r>
            <a:r>
              <a:rPr lang="es-MX" sz="2400" dirty="0">
                <a:solidFill>
                  <a:srgbClr val="000000"/>
                </a:solidFill>
                <a:latin typeface="Arial" panose="020B0604020202020204" pitchFamily="34" charset="0"/>
                <a:cs typeface="Arial" panose="020B0604020202020204" pitchFamily="34" charset="0"/>
              </a:rPr>
              <a:t>Águila, B. J. (2020). Las nueve sinfonías de Beethoven: la evolución del genio a partir de su discurso orquestal Vela, M. Las nueve sinfonías de Beethoven. </a:t>
            </a:r>
            <a:r>
              <a:rPr lang="es-MX" sz="2400" i="1" dirty="0" smtClean="0">
                <a:solidFill>
                  <a:srgbClr val="000000"/>
                </a:solidFill>
                <a:latin typeface="Arial" panose="020B0604020202020204" pitchFamily="34" charset="0"/>
                <a:cs typeface="Arial" panose="020B0604020202020204" pitchFamily="34" charset="0"/>
              </a:rPr>
              <a:t>Revista </a:t>
            </a:r>
            <a:r>
              <a:rPr lang="es-MX" sz="2400" i="1" dirty="0">
                <a:solidFill>
                  <a:srgbClr val="000000"/>
                </a:solidFill>
                <a:latin typeface="Arial" panose="020B0604020202020204" pitchFamily="34" charset="0"/>
                <a:cs typeface="Arial" panose="020B0604020202020204" pitchFamily="34" charset="0"/>
              </a:rPr>
              <a:t>de investigación musical, </a:t>
            </a:r>
            <a:r>
              <a:rPr lang="es-MX" sz="2400" dirty="0">
                <a:solidFill>
                  <a:srgbClr val="000000"/>
                </a:solidFill>
                <a:latin typeface="Arial" panose="020B0604020202020204" pitchFamily="34" charset="0"/>
                <a:cs typeface="Arial" panose="020B0604020202020204" pitchFamily="34" charset="0"/>
              </a:rPr>
              <a:t>(10), 92-96. </a:t>
            </a:r>
            <a:r>
              <a:rPr lang="es-MX" sz="2400" dirty="0" smtClean="0">
                <a:solidFill>
                  <a:srgbClr val="000000"/>
                </a:solidFill>
                <a:latin typeface="Arial" panose="020B0604020202020204" pitchFamily="34" charset="0"/>
                <a:cs typeface="Arial" panose="020B0604020202020204" pitchFamily="34" charset="0"/>
                <a:hlinkClick r:id="rId5"/>
              </a:rPr>
              <a:t>http</a:t>
            </a:r>
            <a:r>
              <a:rPr lang="es-MX" sz="2400" dirty="0">
                <a:solidFill>
                  <a:srgbClr val="000000"/>
                </a:solidFill>
                <a:latin typeface="Arial" panose="020B0604020202020204" pitchFamily="34" charset="0"/>
                <a:cs typeface="Arial" panose="020B0604020202020204" pitchFamily="34" charset="0"/>
                <a:hlinkClick r:id="rId5"/>
              </a:rPr>
              <a:t>://publicaciones.csmjaen.es/index.php/pruebas/article/viewFile/320/231</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Gallegos, </a:t>
            </a:r>
            <a:r>
              <a:rPr lang="es-MX" sz="2400" dirty="0">
                <a:solidFill>
                  <a:srgbClr val="000000"/>
                </a:solidFill>
                <a:latin typeface="Arial" panose="020B0604020202020204" pitchFamily="34" charset="0"/>
                <a:cs typeface="Arial" panose="020B0604020202020204" pitchFamily="34" charset="0"/>
              </a:rPr>
              <a:t>E. (1913). </a:t>
            </a:r>
            <a:r>
              <a:rPr lang="es-MX" sz="2400" i="1" dirty="0">
                <a:solidFill>
                  <a:srgbClr val="000000"/>
                </a:solidFill>
                <a:latin typeface="Arial" panose="020B0604020202020204" pitchFamily="34" charset="0"/>
                <a:cs typeface="Arial" panose="020B0604020202020204" pitchFamily="34" charset="0"/>
              </a:rPr>
              <a:t>El Requiem de Mozart poema; un soneto por el mismo autor. </a:t>
            </a:r>
            <a:r>
              <a:rPr lang="es-MX" sz="2400" dirty="0" smtClean="0">
                <a:solidFill>
                  <a:srgbClr val="000000"/>
                </a:solidFill>
                <a:latin typeface="Arial" panose="020B0604020202020204" pitchFamily="34" charset="0"/>
                <a:cs typeface="Arial" panose="020B0604020202020204" pitchFamily="34" charset="0"/>
              </a:rPr>
              <a:t>La Reforma. </a:t>
            </a:r>
            <a:r>
              <a:rPr lang="es-MX" sz="2400" dirty="0" smtClean="0">
                <a:solidFill>
                  <a:srgbClr val="000000"/>
                </a:solidFill>
                <a:latin typeface="Arial" panose="020B0604020202020204" pitchFamily="34" charset="0"/>
                <a:cs typeface="Arial" panose="020B0604020202020204" pitchFamily="34" charset="0"/>
                <a:hlinkClick r:id="rId6"/>
              </a:rPr>
              <a:t>http</a:t>
            </a:r>
            <a:r>
              <a:rPr lang="es-MX" sz="2400" dirty="0">
                <a:solidFill>
                  <a:srgbClr val="000000"/>
                </a:solidFill>
                <a:latin typeface="Arial" panose="020B0604020202020204" pitchFamily="34" charset="0"/>
                <a:cs typeface="Arial" panose="020B0604020202020204" pitchFamily="34" charset="0"/>
                <a:hlinkClick r:id="rId6"/>
              </a:rPr>
              <a:t>://</a:t>
            </a:r>
            <a:r>
              <a:rPr lang="es-MX" sz="2400" dirty="0" smtClean="0">
                <a:solidFill>
                  <a:srgbClr val="000000"/>
                </a:solidFill>
                <a:latin typeface="Arial" panose="020B0604020202020204" pitchFamily="34" charset="0"/>
                <a:cs typeface="Arial" panose="020B0604020202020204" pitchFamily="34" charset="0"/>
                <a:hlinkClick r:id="rId6"/>
              </a:rPr>
              <a:t>repositorio.casadelacultura.gob.ec/handle/34000/117</a:t>
            </a:r>
            <a:endParaRPr lang="es-MX" sz="2400" dirty="0" smtClean="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 </a:t>
            </a:r>
          </a:p>
          <a:p>
            <a:r>
              <a:rPr lang="es-MX" sz="2400" dirty="0" smtClean="0">
                <a:solidFill>
                  <a:srgbClr val="000000"/>
                </a:solidFill>
                <a:latin typeface="Arial" panose="020B0604020202020204" pitchFamily="34" charset="0"/>
                <a:cs typeface="Arial" panose="020B0604020202020204" pitchFamily="34" charset="0"/>
              </a:rPr>
              <a:t>García, </a:t>
            </a:r>
            <a:r>
              <a:rPr lang="es-MX" sz="2400" dirty="0">
                <a:solidFill>
                  <a:srgbClr val="000000"/>
                </a:solidFill>
                <a:latin typeface="Arial" panose="020B0604020202020204" pitchFamily="34" charset="0"/>
                <a:cs typeface="Arial" panose="020B0604020202020204" pitchFamily="34" charset="0"/>
              </a:rPr>
              <a:t>A. (</a:t>
            </a:r>
            <a:r>
              <a:rPr lang="es-MX" sz="2400" dirty="0" smtClean="0">
                <a:solidFill>
                  <a:srgbClr val="000000"/>
                </a:solidFill>
                <a:latin typeface="Arial" panose="020B0604020202020204" pitchFamily="34" charset="0"/>
                <a:cs typeface="Arial" panose="020B0604020202020204" pitchFamily="34" charset="0"/>
              </a:rPr>
              <a:t>2017). “Carta </a:t>
            </a:r>
            <a:r>
              <a:rPr lang="es-MX" sz="2400" dirty="0">
                <a:solidFill>
                  <a:srgbClr val="000000"/>
                </a:solidFill>
                <a:latin typeface="Arial" panose="020B0604020202020204" pitchFamily="34" charset="0"/>
                <a:cs typeface="Arial" panose="020B0604020202020204" pitchFamily="34" charset="0"/>
              </a:rPr>
              <a:t>a un tal barón von..." de </a:t>
            </a:r>
            <a:r>
              <a:rPr lang="es-MX" sz="2400" dirty="0" smtClean="0">
                <a:solidFill>
                  <a:srgbClr val="000000"/>
                </a:solidFill>
                <a:latin typeface="Arial" panose="020B0604020202020204" pitchFamily="34" charset="0"/>
                <a:cs typeface="Arial" panose="020B0604020202020204" pitchFamily="34" charset="0"/>
              </a:rPr>
              <a:t>W. A. </a:t>
            </a:r>
            <a:r>
              <a:rPr lang="es-MX" sz="2400" dirty="0">
                <a:solidFill>
                  <a:srgbClr val="000000"/>
                </a:solidFill>
                <a:latin typeface="Arial" panose="020B0604020202020204" pitchFamily="34" charset="0"/>
                <a:cs typeface="Arial" panose="020B0604020202020204" pitchFamily="34" charset="0"/>
              </a:rPr>
              <a:t>Mozart sobre el proceso creativo.  </a:t>
            </a:r>
            <a:r>
              <a:rPr lang="es-MX" sz="2400" i="1" dirty="0">
                <a:solidFill>
                  <a:srgbClr val="000000"/>
                </a:solidFill>
                <a:latin typeface="Arial" panose="020B0604020202020204" pitchFamily="34" charset="0"/>
                <a:cs typeface="Arial" panose="020B0604020202020204" pitchFamily="34" charset="0"/>
              </a:rPr>
              <a:t>Anales del Instituto de Investigaciones </a:t>
            </a:r>
            <a:r>
              <a:rPr lang="es-MX" sz="2400" i="1" dirty="0" smtClean="0">
                <a:solidFill>
                  <a:srgbClr val="000000"/>
                </a:solidFill>
                <a:latin typeface="Arial" panose="020B0604020202020204" pitchFamily="34" charset="0"/>
                <a:cs typeface="Arial" panose="020B0604020202020204" pitchFamily="34" charset="0"/>
              </a:rPr>
              <a:t>Estéticas</a:t>
            </a:r>
            <a:r>
              <a:rPr lang="es-MX" sz="2400" dirty="0" smtClean="0">
                <a:solidFill>
                  <a:srgbClr val="000000"/>
                </a:solidFill>
                <a:latin typeface="Arial" panose="020B0604020202020204" pitchFamily="34" charset="0"/>
                <a:cs typeface="Arial" panose="020B0604020202020204" pitchFamily="34" charset="0"/>
              </a:rPr>
              <a:t>, 39(110), 9-48. </a:t>
            </a:r>
            <a:r>
              <a:rPr lang="es-MX" sz="2400" dirty="0" smtClean="0">
                <a:solidFill>
                  <a:srgbClr val="000000"/>
                </a:solidFill>
                <a:latin typeface="Arial" panose="020B0604020202020204" pitchFamily="34" charset="0"/>
                <a:cs typeface="Arial" panose="020B0604020202020204" pitchFamily="34" charset="0"/>
                <a:hlinkClick r:id="rId7"/>
              </a:rPr>
              <a:t>http</a:t>
            </a:r>
            <a:r>
              <a:rPr lang="es-MX" sz="2400" dirty="0">
                <a:solidFill>
                  <a:srgbClr val="000000"/>
                </a:solidFill>
                <a:latin typeface="Arial" panose="020B0604020202020204" pitchFamily="34" charset="0"/>
                <a:cs typeface="Arial" panose="020B0604020202020204" pitchFamily="34" charset="0"/>
                <a:hlinkClick r:id="rId7"/>
              </a:rPr>
              <a:t>://</a:t>
            </a:r>
            <a:r>
              <a:rPr lang="es-MX" sz="2400" dirty="0" smtClean="0">
                <a:solidFill>
                  <a:srgbClr val="000000"/>
                </a:solidFill>
                <a:latin typeface="Arial" panose="020B0604020202020204" pitchFamily="34" charset="0"/>
                <a:cs typeface="Arial" panose="020B0604020202020204" pitchFamily="34" charset="0"/>
                <a:hlinkClick r:id="rId7"/>
              </a:rPr>
              <a:t>www.scielo.org.mx/scielo.php?pid=S0185-12762017000100009&amp;script=sci_arttext</a:t>
            </a:r>
            <a:endParaRPr lang="es-MX" sz="2400" dirty="0">
              <a:solidFill>
                <a:srgbClr val="000000"/>
              </a:solidFill>
              <a:latin typeface="Arial" panose="020B0604020202020204" pitchFamily="34" charset="0"/>
              <a:cs typeface="Arial" panose="020B0604020202020204" pitchFamily="34" charset="0"/>
            </a:endParaRPr>
          </a:p>
          <a:p>
            <a:endParaRPr lang="es-MX" sz="2400" dirty="0">
              <a:solidFill>
                <a:srgbClr val="000000"/>
              </a:solidFill>
              <a:latin typeface="Arial" panose="020B0604020202020204" pitchFamily="34" charset="0"/>
              <a:cs typeface="Arial" panose="020B0604020202020204" pitchFamily="34" charset="0"/>
            </a:endParaRPr>
          </a:p>
          <a:p>
            <a:r>
              <a:rPr lang="es-MX" sz="2400" dirty="0" smtClean="0">
                <a:solidFill>
                  <a:srgbClr val="000000"/>
                </a:solidFill>
                <a:latin typeface="Arial" panose="020B0604020202020204" pitchFamily="34" charset="0"/>
                <a:cs typeface="Arial" panose="020B0604020202020204" pitchFamily="34" charset="0"/>
              </a:rPr>
              <a:t>Henao</a:t>
            </a:r>
            <a:r>
              <a:rPr lang="es-MX" sz="2400" dirty="0">
                <a:solidFill>
                  <a:srgbClr val="000000"/>
                </a:solidFill>
                <a:latin typeface="Arial" panose="020B0604020202020204" pitchFamily="34" charset="0"/>
                <a:cs typeface="Arial" panose="020B0604020202020204" pitchFamily="34" charset="0"/>
              </a:rPr>
              <a:t>, S. A. (2020). La deuda del cine con Beethoven y la música. </a:t>
            </a:r>
            <a:r>
              <a:rPr lang="es-MX" sz="2400" dirty="0" smtClean="0">
                <a:solidFill>
                  <a:srgbClr val="000000"/>
                </a:solidFill>
                <a:latin typeface="Arial" panose="020B0604020202020204" pitchFamily="34" charset="0"/>
                <a:cs typeface="Arial" panose="020B0604020202020204" pitchFamily="34" charset="0"/>
              </a:rPr>
              <a:t>Udea.edu. </a:t>
            </a:r>
            <a:r>
              <a:rPr lang="es-MX" sz="2400" dirty="0" smtClean="0">
                <a:solidFill>
                  <a:srgbClr val="000000"/>
                </a:solidFill>
                <a:latin typeface="Arial" panose="020B0604020202020204" pitchFamily="34" charset="0"/>
                <a:cs typeface="Arial" panose="020B0604020202020204" pitchFamily="34" charset="0"/>
                <a:hlinkClick r:id="rId8"/>
              </a:rPr>
              <a:t>https</a:t>
            </a:r>
            <a:r>
              <a:rPr lang="es-MX" sz="2400" dirty="0">
                <a:solidFill>
                  <a:srgbClr val="000000"/>
                </a:solidFill>
                <a:latin typeface="Arial" panose="020B0604020202020204" pitchFamily="34" charset="0"/>
                <a:cs typeface="Arial" panose="020B0604020202020204" pitchFamily="34" charset="0"/>
                <a:hlinkClick r:id="rId8"/>
              </a:rPr>
              <a:t>://</a:t>
            </a:r>
            <a:r>
              <a:rPr lang="es-MX" sz="2400" dirty="0" smtClean="0">
                <a:solidFill>
                  <a:srgbClr val="000000"/>
                </a:solidFill>
                <a:latin typeface="Arial" panose="020B0604020202020204" pitchFamily="34" charset="0"/>
                <a:cs typeface="Arial" panose="020B0604020202020204" pitchFamily="34" charset="0"/>
                <a:hlinkClick r:id="rId8"/>
              </a:rPr>
              <a:t>revistas.udea.edu.co/index.php/almamater/article/view/344327/20804040</a:t>
            </a:r>
            <a:endParaRPr lang="es-MX" sz="2400" dirty="0" smtClean="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Hernández, </a:t>
            </a:r>
            <a:r>
              <a:rPr lang="es-MX" sz="2400" dirty="0">
                <a:solidFill>
                  <a:srgbClr val="000000"/>
                </a:solidFill>
                <a:latin typeface="Arial" panose="020B0604020202020204" pitchFamily="34" charset="0"/>
                <a:cs typeface="Arial" panose="020B0604020202020204" pitchFamily="34" charset="0"/>
              </a:rPr>
              <a:t>M., &amp; </a:t>
            </a:r>
            <a:r>
              <a:rPr lang="es-MX" sz="2400" dirty="0" smtClean="0">
                <a:solidFill>
                  <a:srgbClr val="000000"/>
                </a:solidFill>
                <a:latin typeface="Arial" panose="020B0604020202020204" pitchFamily="34" charset="0"/>
                <a:cs typeface="Arial" panose="020B0604020202020204" pitchFamily="34" charset="0"/>
              </a:rPr>
              <a:t>Serrano, </a:t>
            </a:r>
            <a:r>
              <a:rPr lang="es-MX" sz="2400" dirty="0">
                <a:solidFill>
                  <a:srgbClr val="000000"/>
                </a:solidFill>
                <a:latin typeface="Arial" panose="020B0604020202020204" pitchFamily="34" charset="0"/>
                <a:cs typeface="Arial" panose="020B0604020202020204" pitchFamily="34" charset="0"/>
              </a:rPr>
              <a:t>E. (2017) Música en la Corte Real española del siglo XVIII (Tesis). Universidad Zaragoza. </a:t>
            </a:r>
            <a:r>
              <a:rPr lang="es-MX" sz="2400" dirty="0" smtClean="0">
                <a:solidFill>
                  <a:srgbClr val="000000"/>
                </a:solidFill>
                <a:latin typeface="Arial" panose="020B0604020202020204" pitchFamily="34" charset="0"/>
                <a:cs typeface="Arial" panose="020B0604020202020204" pitchFamily="34" charset="0"/>
                <a:hlinkClick r:id="rId9"/>
              </a:rPr>
              <a:t>https</a:t>
            </a:r>
            <a:r>
              <a:rPr lang="es-MX" sz="2400" dirty="0">
                <a:solidFill>
                  <a:srgbClr val="000000"/>
                </a:solidFill>
                <a:latin typeface="Arial" panose="020B0604020202020204" pitchFamily="34" charset="0"/>
                <a:cs typeface="Arial" panose="020B0604020202020204" pitchFamily="34" charset="0"/>
                <a:hlinkClick r:id="rId9"/>
              </a:rPr>
              <a:t>://zaguan.unizar.es/record/62682/files/TAZ-TFG-2017-2007.pdf</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Herranz, G. J. (2006). El laúd de Dios, Mozart. </a:t>
            </a:r>
            <a:r>
              <a:rPr lang="es-MX" sz="2400" i="1" dirty="0">
                <a:solidFill>
                  <a:srgbClr val="000000"/>
                </a:solidFill>
                <a:latin typeface="Arial" panose="020B0604020202020204" pitchFamily="34" charset="0"/>
                <a:cs typeface="Arial" panose="020B0604020202020204" pitchFamily="34" charset="0"/>
              </a:rPr>
              <a:t>Revista de espiritualidad, </a:t>
            </a:r>
            <a:r>
              <a:rPr lang="es-MX" sz="2400" dirty="0">
                <a:solidFill>
                  <a:srgbClr val="000000"/>
                </a:solidFill>
                <a:latin typeface="Arial" panose="020B0604020202020204" pitchFamily="34" charset="0"/>
                <a:cs typeface="Arial" panose="020B0604020202020204" pitchFamily="34" charset="0"/>
              </a:rPr>
              <a:t>(261), 607-643. </a:t>
            </a:r>
            <a:r>
              <a:rPr lang="es-MX" sz="2400" dirty="0" smtClean="0">
                <a:solidFill>
                  <a:srgbClr val="000000"/>
                </a:solidFill>
                <a:latin typeface="Arial" panose="020B0604020202020204" pitchFamily="34" charset="0"/>
                <a:cs typeface="Arial" panose="020B0604020202020204" pitchFamily="34" charset="0"/>
                <a:hlinkClick r:id="rId10"/>
              </a:rPr>
              <a:t>http</a:t>
            </a:r>
            <a:r>
              <a:rPr lang="es-MX" sz="2400" dirty="0">
                <a:solidFill>
                  <a:srgbClr val="000000"/>
                </a:solidFill>
                <a:latin typeface="Arial" panose="020B0604020202020204" pitchFamily="34" charset="0"/>
                <a:cs typeface="Arial" panose="020B0604020202020204" pitchFamily="34" charset="0"/>
                <a:hlinkClick r:id="rId10"/>
              </a:rPr>
              <a:t>://www.revistadeespiritualidad.com/upload/pdf/1812articulo.pdf</a:t>
            </a:r>
            <a:r>
              <a:rPr lang="es-MX" sz="2400" dirty="0">
                <a:solidFill>
                  <a:srgbClr val="000000"/>
                </a:solidFill>
                <a:latin typeface="Arial" panose="020B0604020202020204" pitchFamily="34" charset="0"/>
                <a:cs typeface="Arial" panose="020B0604020202020204" pitchFamily="34" charset="0"/>
              </a:rPr>
              <a:t> </a:t>
            </a:r>
            <a:endParaRPr lang="es-MX" sz="2400" dirty="0">
              <a:effectLst/>
              <a:latin typeface="Arial" panose="020B0604020202020204" pitchFamily="34" charset="0"/>
              <a:ea typeface="Calibri" panose="020F0502020204030204" pitchFamily="34" charset="0"/>
              <a:cs typeface="Arial" panose="020B0604020202020204" pitchFamily="34" charset="0"/>
            </a:endParaRPr>
          </a:p>
          <a:p>
            <a:endParaRPr lang="es-MX" sz="2400" dirty="0">
              <a:solidFill>
                <a:srgbClr val="222222"/>
              </a:solidFill>
              <a:effectLst/>
              <a:latin typeface="Arial" panose="020B0604020202020204" pitchFamily="34" charset="0"/>
              <a:ea typeface="Calibri" panose="020F0502020204030204" pitchFamily="34" charset="0"/>
              <a:cs typeface="Arial" panose="020B0604020202020204" pitchFamily="34" charset="0"/>
            </a:endParaRPr>
          </a:p>
          <a:p>
            <a:r>
              <a:rPr lang="es-MX" sz="2400" dirty="0">
                <a:solidFill>
                  <a:srgbClr val="000000"/>
                </a:solidFill>
                <a:latin typeface="Arial" panose="020B0604020202020204" pitchFamily="34" charset="0"/>
                <a:cs typeface="Arial" panose="020B0604020202020204" pitchFamily="34" charset="0"/>
              </a:rPr>
              <a:t>Mejía, O. (2013). La historia clínica de Wolfang Amadeus Mozart. </a:t>
            </a:r>
            <a:r>
              <a:rPr lang="es-MX" sz="2400" i="1" dirty="0">
                <a:solidFill>
                  <a:srgbClr val="000000"/>
                </a:solidFill>
                <a:latin typeface="Arial" panose="020B0604020202020204" pitchFamily="34" charset="0"/>
                <a:cs typeface="Arial" panose="020B0604020202020204" pitchFamily="34" charset="0"/>
              </a:rPr>
              <a:t>Acta Médica Colombiana, </a:t>
            </a:r>
            <a:r>
              <a:rPr lang="es-MX" sz="2400" dirty="0">
                <a:solidFill>
                  <a:srgbClr val="000000"/>
                </a:solidFill>
                <a:latin typeface="Arial" panose="020B0604020202020204" pitchFamily="34" charset="0"/>
                <a:cs typeface="Arial" panose="020B0604020202020204" pitchFamily="34" charset="0"/>
              </a:rPr>
              <a:t>38(4), 244-254. </a:t>
            </a:r>
            <a:r>
              <a:rPr lang="es-MX" sz="2400" dirty="0" smtClean="0">
                <a:solidFill>
                  <a:srgbClr val="000000"/>
                </a:solidFill>
                <a:latin typeface="Arial" panose="020B0604020202020204" pitchFamily="34" charset="0"/>
                <a:cs typeface="Arial" panose="020B0604020202020204" pitchFamily="34" charset="0"/>
                <a:hlinkClick r:id="rId11"/>
              </a:rPr>
              <a:t>https</a:t>
            </a:r>
            <a:r>
              <a:rPr lang="es-MX" sz="2400" dirty="0">
                <a:solidFill>
                  <a:srgbClr val="000000"/>
                </a:solidFill>
                <a:latin typeface="Arial" panose="020B0604020202020204" pitchFamily="34" charset="0"/>
                <a:cs typeface="Arial" panose="020B0604020202020204" pitchFamily="34" charset="0"/>
                <a:hlinkClick r:id="rId11"/>
              </a:rPr>
              <a:t>://www.redalyc.org/pdf/1631/163129779011.pdf</a:t>
            </a:r>
            <a:endParaRPr lang="es-MX" sz="24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8021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B88AA01D-C75C-44C4-9435-49AFD0E2F4E5}"/>
              </a:ext>
            </a:extLst>
          </p:cNvPr>
          <p:cNvSpPr txBox="1"/>
          <p:nvPr/>
        </p:nvSpPr>
        <p:spPr>
          <a:xfrm>
            <a:off x="727710" y="692894"/>
            <a:ext cx="18568670" cy="15891530"/>
          </a:xfrm>
          <a:prstGeom prst="rect">
            <a:avLst/>
          </a:prstGeom>
          <a:noFill/>
        </p:spPr>
        <p:txBody>
          <a:bodyPr wrap="square" lIns="91440" tIns="45720" rIns="91440" bIns="45720" anchor="t">
            <a:spAutoFit/>
          </a:bodyPr>
          <a:lstStyle/>
          <a:p>
            <a:pPr marL="450215" indent="-450215">
              <a:spcAft>
                <a:spcPts val="800"/>
              </a:spcAft>
            </a:pPr>
            <a:r>
              <a:rPr lang="es-MX" sz="2400" dirty="0" err="1">
                <a:solidFill>
                  <a:srgbClr val="000000"/>
                </a:solidFill>
                <a:latin typeface="Arial" panose="020B0604020202020204" pitchFamily="34" charset="0"/>
                <a:cs typeface="Arial" panose="020B0604020202020204" pitchFamily="34" charset="0"/>
              </a:rPr>
              <a:t>Mendiz</a:t>
            </a:r>
            <a:r>
              <a:rPr lang="es-MX" sz="2400" dirty="0">
                <a:solidFill>
                  <a:srgbClr val="000000"/>
                </a:solidFill>
                <a:latin typeface="Arial" panose="020B0604020202020204" pitchFamily="34" charset="0"/>
                <a:cs typeface="Arial" panose="020B0604020202020204" pitchFamily="34" charset="0"/>
              </a:rPr>
              <a:t>, A. (1992). La Música de Mozart en el Cine. </a:t>
            </a:r>
            <a:r>
              <a:rPr lang="es-MX" sz="2400" i="1" dirty="0">
                <a:solidFill>
                  <a:srgbClr val="000000"/>
                </a:solidFill>
                <a:latin typeface="Arial" panose="020B0604020202020204" pitchFamily="34" charset="0"/>
                <a:cs typeface="Arial" panose="020B0604020202020204" pitchFamily="34" charset="0"/>
              </a:rPr>
              <a:t>Filmhistoria online, </a:t>
            </a:r>
            <a:r>
              <a:rPr lang="es-MX" sz="2400" dirty="0">
                <a:solidFill>
                  <a:srgbClr val="000000"/>
                </a:solidFill>
                <a:latin typeface="Arial" panose="020B0604020202020204" pitchFamily="34" charset="0"/>
                <a:cs typeface="Arial" panose="020B0604020202020204" pitchFamily="34" charset="0"/>
              </a:rPr>
              <a:t>13-30. </a:t>
            </a:r>
            <a:r>
              <a:rPr lang="es-MX" sz="2400" dirty="0" smtClean="0">
                <a:solidFill>
                  <a:srgbClr val="000000"/>
                </a:solidFill>
                <a:latin typeface="Arial" panose="020B0604020202020204" pitchFamily="34" charset="0"/>
                <a:cs typeface="Arial" panose="020B0604020202020204" pitchFamily="34" charset="0"/>
                <a:hlinkClick r:id="rId2" invalidUrl="http://repositori.uic.es/bitstream/handle/20.500.12328/2442/Mendiz Noguero, Alfonso_Musica Mozart Cine_1992.pdf?sequence=1&amp;isAllowed=y"/>
              </a:rPr>
              <a:t>http</a:t>
            </a:r>
            <a:r>
              <a:rPr lang="es-MX" sz="2400" dirty="0">
                <a:solidFill>
                  <a:srgbClr val="000000"/>
                </a:solidFill>
                <a:latin typeface="Arial" panose="020B0604020202020204" pitchFamily="34" charset="0"/>
                <a:cs typeface="Arial" panose="020B0604020202020204" pitchFamily="34" charset="0"/>
                <a:hlinkClick r:id="rId2" invalidUrl="http://repositori.uic.es/bitstream/handle/20.500.12328/2442/Mendiz Noguero, Alfonso_Musica Mozart Cine_1992.pdf?sequence=1&amp;isAllowed=y"/>
              </a:rPr>
              <a:t>://repositori.uic.es/bitstream/handle/20.500.12328/2442/Mendiz%20Noguero%2C%20Alfonso_Musica%20Mozart%20Cine_1992.pdf?sequence=1&amp;isAllowed=y</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Merino-Montero, L. (2021). Las nueve sinfonías de Beethoven. La evolución del genio a partir de su discurso orquestal. </a:t>
            </a:r>
            <a:r>
              <a:rPr lang="es-MX" sz="2400" i="1" dirty="0">
                <a:solidFill>
                  <a:srgbClr val="000000"/>
                </a:solidFill>
                <a:latin typeface="Arial" panose="020B0604020202020204" pitchFamily="34" charset="0"/>
                <a:cs typeface="Arial" panose="020B0604020202020204" pitchFamily="34" charset="0"/>
              </a:rPr>
              <a:t>Revista musical chilena,</a:t>
            </a:r>
            <a:r>
              <a:rPr lang="es-MX" sz="2400" dirty="0">
                <a:solidFill>
                  <a:srgbClr val="000000"/>
                </a:solidFill>
                <a:latin typeface="Arial" panose="020B0604020202020204" pitchFamily="34" charset="0"/>
                <a:cs typeface="Arial" panose="020B0604020202020204" pitchFamily="34" charset="0"/>
              </a:rPr>
              <a:t> 75(235), 235-240. </a:t>
            </a:r>
            <a:r>
              <a:rPr lang="es-MX" sz="2400" dirty="0" smtClean="0">
                <a:solidFill>
                  <a:srgbClr val="000000"/>
                </a:solidFill>
                <a:latin typeface="Arial" panose="020B0604020202020204" pitchFamily="34" charset="0"/>
                <a:cs typeface="Arial" panose="020B0604020202020204" pitchFamily="34" charset="0"/>
                <a:hlinkClick r:id="rId3"/>
              </a:rPr>
              <a:t>https</a:t>
            </a:r>
            <a:r>
              <a:rPr lang="es-MX" sz="2400" dirty="0">
                <a:solidFill>
                  <a:srgbClr val="000000"/>
                </a:solidFill>
                <a:latin typeface="Arial" panose="020B0604020202020204" pitchFamily="34" charset="0"/>
                <a:cs typeface="Arial" panose="020B0604020202020204" pitchFamily="34" charset="0"/>
                <a:hlinkClick r:id="rId3"/>
              </a:rPr>
              <a:t>://scielo.conicyt.cl/scielo.php?pid=S0716-27902021000100235&amp;script=sci_arttext</a:t>
            </a: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Miranda, M. (2018). Ludwig van Beethoven, el genio de Bonn atormentado por sus enfermedades: su historia médica. </a:t>
            </a:r>
            <a:r>
              <a:rPr lang="es-MX" sz="2400" i="1" dirty="0">
                <a:solidFill>
                  <a:srgbClr val="000000"/>
                </a:solidFill>
                <a:latin typeface="Arial" panose="020B0604020202020204" pitchFamily="34" charset="0"/>
                <a:cs typeface="Arial" panose="020B0604020202020204" pitchFamily="34" charset="0"/>
              </a:rPr>
              <a:t>Revista médica de Chile,</a:t>
            </a:r>
            <a:r>
              <a:rPr lang="es-MX" sz="2400" dirty="0">
                <a:solidFill>
                  <a:srgbClr val="000000"/>
                </a:solidFill>
                <a:latin typeface="Arial" panose="020B0604020202020204" pitchFamily="34" charset="0"/>
                <a:cs typeface="Arial" panose="020B0604020202020204" pitchFamily="34" charset="0"/>
              </a:rPr>
              <a:t> 146(1), 91-95. </a:t>
            </a:r>
            <a:r>
              <a:rPr lang="es-MX" sz="2400" dirty="0" smtClean="0">
                <a:solidFill>
                  <a:srgbClr val="000000"/>
                </a:solidFill>
                <a:latin typeface="Arial" panose="020B0604020202020204" pitchFamily="34" charset="0"/>
                <a:cs typeface="Arial" panose="020B0604020202020204" pitchFamily="34" charset="0"/>
                <a:hlinkClick r:id="rId4"/>
              </a:rPr>
              <a:t>https</a:t>
            </a:r>
            <a:r>
              <a:rPr lang="es-MX" sz="2400" dirty="0">
                <a:solidFill>
                  <a:srgbClr val="000000"/>
                </a:solidFill>
                <a:latin typeface="Arial" panose="020B0604020202020204" pitchFamily="34" charset="0"/>
                <a:cs typeface="Arial" panose="020B0604020202020204" pitchFamily="34" charset="0"/>
                <a:hlinkClick r:id="rId4"/>
              </a:rPr>
              <a:t>://scielo.conicyt.cl/scielo.php?pid=S0034-98872018000100091&amp;script=sci_arttext&amp;tlng=en</a:t>
            </a: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Ortega, F. (2006). Mozart, amado de Dios. </a:t>
            </a:r>
            <a:r>
              <a:rPr lang="es-MX" sz="2400" i="1" dirty="0">
                <a:solidFill>
                  <a:srgbClr val="000000"/>
                </a:solidFill>
                <a:latin typeface="Arial" panose="020B0604020202020204" pitchFamily="34" charset="0"/>
                <a:cs typeface="Arial" panose="020B0604020202020204" pitchFamily="34" charset="0"/>
              </a:rPr>
              <a:t>Teología: revista de la Facultad de Teología de la Pontificia Universidad Católica Argentina, </a:t>
            </a:r>
            <a:r>
              <a:rPr lang="es-MX" sz="2400" dirty="0">
                <a:solidFill>
                  <a:srgbClr val="000000"/>
                </a:solidFill>
                <a:latin typeface="Arial" panose="020B0604020202020204" pitchFamily="34" charset="0"/>
                <a:cs typeface="Arial" panose="020B0604020202020204" pitchFamily="34" charset="0"/>
              </a:rPr>
              <a:t>(90), 343-358. </a:t>
            </a:r>
            <a:r>
              <a:rPr lang="es-MX" sz="2400" dirty="0" smtClean="0">
                <a:solidFill>
                  <a:srgbClr val="000000"/>
                </a:solidFill>
                <a:latin typeface="Arial" panose="020B0604020202020204" pitchFamily="34" charset="0"/>
                <a:cs typeface="Arial" panose="020B0604020202020204" pitchFamily="34" charset="0"/>
                <a:hlinkClick r:id="rId5"/>
              </a:rPr>
              <a:t>https</a:t>
            </a:r>
            <a:r>
              <a:rPr lang="es-MX" sz="2400" dirty="0">
                <a:solidFill>
                  <a:srgbClr val="000000"/>
                </a:solidFill>
                <a:latin typeface="Arial" panose="020B0604020202020204" pitchFamily="34" charset="0"/>
                <a:cs typeface="Arial" panose="020B0604020202020204" pitchFamily="34" charset="0"/>
                <a:hlinkClick r:id="rId5"/>
              </a:rPr>
              <a:t>://dialnet.unirioja.es/servlet/articulo?codigo=2070711</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Pastor, </a:t>
            </a:r>
            <a:r>
              <a:rPr lang="es-MX" sz="2400" dirty="0">
                <a:solidFill>
                  <a:srgbClr val="000000"/>
                </a:solidFill>
                <a:latin typeface="Arial" panose="020B0604020202020204" pitchFamily="34" charset="0"/>
                <a:cs typeface="Arial" panose="020B0604020202020204" pitchFamily="34" charset="0"/>
              </a:rPr>
              <a:t>J. J. (2020). Beethoven como instrumento narrativo en la novela de la primera mitad del siglo XX. </a:t>
            </a:r>
            <a:r>
              <a:rPr lang="es-MX" sz="2400" i="1" dirty="0">
                <a:solidFill>
                  <a:srgbClr val="000000"/>
                </a:solidFill>
                <a:latin typeface="Arial" panose="020B0604020202020204" pitchFamily="34" charset="0"/>
                <a:cs typeface="Arial" panose="020B0604020202020204" pitchFamily="34" charset="0"/>
              </a:rPr>
              <a:t>Cuadernos </a:t>
            </a:r>
            <a:r>
              <a:rPr lang="es-MX" sz="2400" i="1" dirty="0" smtClean="0">
                <a:solidFill>
                  <a:srgbClr val="000000"/>
                </a:solidFill>
                <a:latin typeface="Arial" panose="020B0604020202020204" pitchFamily="34" charset="0"/>
                <a:cs typeface="Arial" panose="020B0604020202020204" pitchFamily="34" charset="0"/>
              </a:rPr>
              <a:t>de </a:t>
            </a:r>
            <a:r>
              <a:rPr lang="es-MX" sz="2400" i="1" dirty="0">
                <a:solidFill>
                  <a:srgbClr val="000000"/>
                </a:solidFill>
                <a:latin typeface="Arial" panose="020B0604020202020204" pitchFamily="34" charset="0"/>
                <a:cs typeface="Arial" panose="020B0604020202020204" pitchFamily="34" charset="0"/>
              </a:rPr>
              <a:t>Investigación Musical,</a:t>
            </a:r>
            <a:r>
              <a:rPr lang="es-MX" sz="2400" dirty="0">
                <a:solidFill>
                  <a:srgbClr val="000000"/>
                </a:solidFill>
                <a:latin typeface="Arial" panose="020B0604020202020204" pitchFamily="34" charset="0"/>
                <a:cs typeface="Arial" panose="020B0604020202020204" pitchFamily="34" charset="0"/>
              </a:rPr>
              <a:t> (11), 195-215. </a:t>
            </a:r>
            <a:r>
              <a:rPr lang="es-MX" sz="2400" dirty="0" smtClean="0">
                <a:solidFill>
                  <a:srgbClr val="000000"/>
                </a:solidFill>
                <a:latin typeface="Arial" panose="020B0604020202020204" pitchFamily="34" charset="0"/>
                <a:cs typeface="Arial" panose="020B0604020202020204" pitchFamily="34" charset="0"/>
                <a:hlinkClick r:id="rId6"/>
              </a:rPr>
              <a:t>https</a:t>
            </a:r>
            <a:r>
              <a:rPr lang="es-MX" sz="2400" dirty="0">
                <a:solidFill>
                  <a:srgbClr val="000000"/>
                </a:solidFill>
                <a:latin typeface="Arial" panose="020B0604020202020204" pitchFamily="34" charset="0"/>
                <a:cs typeface="Arial" panose="020B0604020202020204" pitchFamily="34" charset="0"/>
                <a:hlinkClick r:id="rId6"/>
              </a:rPr>
              <a:t>://doi.org/10.18239/invesmusic.2020.11.10</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Quirós-Rodríguez, M. A. (2014). Texto literario y musical del </a:t>
            </a:r>
            <a:r>
              <a:rPr lang="es-MX" sz="2400" dirty="0" err="1">
                <a:solidFill>
                  <a:srgbClr val="000000"/>
                </a:solidFill>
                <a:latin typeface="Arial" panose="020B0604020202020204" pitchFamily="34" charset="0"/>
                <a:cs typeface="Arial" panose="020B0604020202020204" pitchFamily="34" charset="0"/>
              </a:rPr>
              <a:t>Requiem</a:t>
            </a:r>
            <a:r>
              <a:rPr lang="es-MX" sz="2400" dirty="0">
                <a:solidFill>
                  <a:srgbClr val="000000"/>
                </a:solidFill>
                <a:latin typeface="Arial" panose="020B0604020202020204" pitchFamily="34" charset="0"/>
                <a:cs typeface="Arial" panose="020B0604020202020204" pitchFamily="34" charset="0"/>
              </a:rPr>
              <a:t> de Mozart (y de otros). </a:t>
            </a:r>
            <a:r>
              <a:rPr lang="es-MX" sz="2400" i="1" dirty="0">
                <a:solidFill>
                  <a:srgbClr val="000000"/>
                </a:solidFill>
                <a:latin typeface="Arial" panose="020B0604020202020204" pitchFamily="34" charset="0"/>
                <a:cs typeface="Arial" panose="020B0604020202020204" pitchFamily="34" charset="0"/>
              </a:rPr>
              <a:t>Acta Académica</a:t>
            </a:r>
            <a:r>
              <a:rPr lang="es-MX" sz="2400" dirty="0">
                <a:solidFill>
                  <a:srgbClr val="000000"/>
                </a:solidFill>
                <a:latin typeface="Arial" panose="020B0604020202020204" pitchFamily="34" charset="0"/>
                <a:cs typeface="Arial" panose="020B0604020202020204" pitchFamily="34" charset="0"/>
              </a:rPr>
              <a:t>, </a:t>
            </a:r>
            <a:r>
              <a:rPr lang="es-MX" sz="2400" dirty="0" smtClean="0">
                <a:solidFill>
                  <a:srgbClr val="000000"/>
                </a:solidFill>
                <a:latin typeface="Arial" panose="020B0604020202020204" pitchFamily="34" charset="0"/>
                <a:cs typeface="Arial" panose="020B0604020202020204" pitchFamily="34" charset="0"/>
              </a:rPr>
              <a:t>54, </a:t>
            </a:r>
            <a:r>
              <a:rPr lang="es-MX" sz="2400" dirty="0">
                <a:solidFill>
                  <a:srgbClr val="000000"/>
                </a:solidFill>
                <a:latin typeface="Arial" panose="020B0604020202020204" pitchFamily="34" charset="0"/>
                <a:cs typeface="Arial" panose="020B0604020202020204" pitchFamily="34" charset="0"/>
              </a:rPr>
              <a:t>61-94. </a:t>
            </a:r>
            <a:r>
              <a:rPr lang="es-MX" sz="2400" dirty="0" smtClean="0">
                <a:solidFill>
                  <a:srgbClr val="000000"/>
                </a:solidFill>
                <a:latin typeface="Arial" panose="020B0604020202020204" pitchFamily="34" charset="0"/>
                <a:cs typeface="Arial" panose="020B0604020202020204" pitchFamily="34" charset="0"/>
                <a:hlinkClick r:id="rId7"/>
              </a:rPr>
              <a:t>http</a:t>
            </a:r>
            <a:r>
              <a:rPr lang="es-MX" sz="2400" dirty="0">
                <a:solidFill>
                  <a:srgbClr val="000000"/>
                </a:solidFill>
                <a:latin typeface="Arial" panose="020B0604020202020204" pitchFamily="34" charset="0"/>
                <a:cs typeface="Arial" panose="020B0604020202020204" pitchFamily="34" charset="0"/>
                <a:hlinkClick r:id="rId7"/>
              </a:rPr>
              <a:t>://</a:t>
            </a:r>
            <a:r>
              <a:rPr lang="es-MX" sz="2400" dirty="0" smtClean="0">
                <a:solidFill>
                  <a:srgbClr val="000000"/>
                </a:solidFill>
                <a:latin typeface="Arial" panose="020B0604020202020204" pitchFamily="34" charset="0"/>
                <a:cs typeface="Arial" panose="020B0604020202020204" pitchFamily="34" charset="0"/>
                <a:hlinkClick r:id="rId7"/>
              </a:rPr>
              <a:t>revista.uaca.ac.cr/index.php/actas/article/view/95/76</a:t>
            </a: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Ramada</a:t>
            </a:r>
            <a:r>
              <a:rPr lang="es-MX" sz="2400" dirty="0">
                <a:solidFill>
                  <a:srgbClr val="000000"/>
                </a:solidFill>
                <a:latin typeface="Arial" panose="020B0604020202020204" pitchFamily="34" charset="0"/>
                <a:cs typeface="Arial" panose="020B0604020202020204" pitchFamily="34" charset="0"/>
              </a:rPr>
              <a:t>, V. A. B. (2009). Mozart y el clasicismo musical. </a:t>
            </a:r>
            <a:r>
              <a:rPr lang="es-MX" sz="2400" i="1" dirty="0">
                <a:solidFill>
                  <a:srgbClr val="000000"/>
                </a:solidFill>
                <a:latin typeface="Arial" panose="020B0604020202020204" pitchFamily="34" charset="0"/>
                <a:cs typeface="Arial" panose="020B0604020202020204" pitchFamily="34" charset="0"/>
              </a:rPr>
              <a:t>Al-Basit: Revista de estudios albacetenses, </a:t>
            </a:r>
            <a:r>
              <a:rPr lang="es-MX" sz="2400" dirty="0">
                <a:solidFill>
                  <a:srgbClr val="000000"/>
                </a:solidFill>
                <a:latin typeface="Arial" panose="020B0604020202020204" pitchFamily="34" charset="0"/>
                <a:cs typeface="Arial" panose="020B0604020202020204" pitchFamily="34" charset="0"/>
              </a:rPr>
              <a:t>(53), 155-180. </a:t>
            </a:r>
            <a:r>
              <a:rPr lang="es-MX" sz="2400" dirty="0" smtClean="0">
                <a:solidFill>
                  <a:srgbClr val="000000"/>
                </a:solidFill>
                <a:latin typeface="Arial" panose="020B0604020202020204" pitchFamily="34" charset="0"/>
                <a:cs typeface="Arial" panose="020B0604020202020204" pitchFamily="34" charset="0"/>
                <a:hlinkClick r:id="rId8"/>
              </a:rPr>
              <a:t>https</a:t>
            </a:r>
            <a:r>
              <a:rPr lang="es-MX" sz="2400" dirty="0">
                <a:solidFill>
                  <a:srgbClr val="000000"/>
                </a:solidFill>
                <a:latin typeface="Arial" panose="020B0604020202020204" pitchFamily="34" charset="0"/>
                <a:cs typeface="Arial" panose="020B0604020202020204" pitchFamily="34" charset="0"/>
                <a:hlinkClick r:id="rId8"/>
              </a:rPr>
              <a:t>://dialnet.unirioja.es/descarga/articulo/3060627.pdf</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Ramos, P. R. (2013). La influencia italiana en los conciertos para violín y orquesta de </a:t>
            </a:r>
            <a:r>
              <a:rPr lang="es-MX" sz="2400" dirty="0" smtClean="0">
                <a:solidFill>
                  <a:srgbClr val="000000"/>
                </a:solidFill>
                <a:latin typeface="Arial" panose="020B0604020202020204" pitchFamily="34" charset="0"/>
                <a:cs typeface="Arial" panose="020B0604020202020204" pitchFamily="34" charset="0"/>
              </a:rPr>
              <a:t>W. A. </a:t>
            </a:r>
            <a:r>
              <a:rPr lang="es-MX" sz="2400" dirty="0">
                <a:solidFill>
                  <a:srgbClr val="000000"/>
                </a:solidFill>
                <a:latin typeface="Arial" panose="020B0604020202020204" pitchFamily="34" charset="0"/>
                <a:cs typeface="Arial" panose="020B0604020202020204" pitchFamily="34" charset="0"/>
              </a:rPr>
              <a:t>Mozart. </a:t>
            </a:r>
            <a:r>
              <a:rPr lang="es-MX" sz="2400" i="1" dirty="0">
                <a:solidFill>
                  <a:srgbClr val="000000"/>
                </a:solidFill>
                <a:latin typeface="Arial" panose="020B0604020202020204" pitchFamily="34" charset="0"/>
                <a:cs typeface="Arial" panose="020B0604020202020204" pitchFamily="34" charset="0"/>
              </a:rPr>
              <a:t>El Artista, </a:t>
            </a:r>
            <a:r>
              <a:rPr lang="es-MX" sz="2400" dirty="0">
                <a:solidFill>
                  <a:srgbClr val="000000"/>
                </a:solidFill>
                <a:latin typeface="Arial" panose="020B0604020202020204" pitchFamily="34" charset="0"/>
                <a:cs typeface="Arial" panose="020B0604020202020204" pitchFamily="34" charset="0"/>
              </a:rPr>
              <a:t>(10), 44-63. </a:t>
            </a:r>
            <a:r>
              <a:rPr lang="es-MX" sz="2400" dirty="0" smtClean="0">
                <a:solidFill>
                  <a:srgbClr val="000000"/>
                </a:solidFill>
                <a:latin typeface="Arial" panose="020B0604020202020204" pitchFamily="34" charset="0"/>
                <a:cs typeface="Arial" panose="020B0604020202020204" pitchFamily="34" charset="0"/>
                <a:hlinkClick r:id="rId9"/>
              </a:rPr>
              <a:t>https</a:t>
            </a:r>
            <a:r>
              <a:rPr lang="es-MX" sz="2400" dirty="0">
                <a:solidFill>
                  <a:srgbClr val="000000"/>
                </a:solidFill>
                <a:latin typeface="Arial" panose="020B0604020202020204" pitchFamily="34" charset="0"/>
                <a:cs typeface="Arial" panose="020B0604020202020204" pitchFamily="34" charset="0"/>
                <a:hlinkClick r:id="rId9"/>
              </a:rPr>
              <a:t>://www.redalyc.org/pdf/874/87429022004.pdf</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Santacecilia, </a:t>
            </a:r>
            <a:r>
              <a:rPr lang="es-MX" sz="2400" dirty="0">
                <a:solidFill>
                  <a:srgbClr val="000000"/>
                </a:solidFill>
                <a:latin typeface="Arial" panose="020B0604020202020204" pitchFamily="34" charset="0"/>
                <a:cs typeface="Arial" panose="020B0604020202020204" pitchFamily="34" charset="0"/>
              </a:rPr>
              <a:t>D. (2020). </a:t>
            </a:r>
            <a:r>
              <a:rPr lang="es-MX" sz="2400" i="1" dirty="0">
                <a:solidFill>
                  <a:srgbClr val="000000"/>
                </a:solidFill>
                <a:latin typeface="Arial" panose="020B0604020202020204" pitchFamily="34" charset="0"/>
                <a:cs typeface="Arial" panose="020B0604020202020204" pitchFamily="34" charset="0"/>
              </a:rPr>
              <a:t>Louis Spohr visto como eslabón perdido entre el clasicismo vienés y el romanticismo germánico: el lenguaje armónico de Spohr y su relación con el acorde de Tristán</a:t>
            </a:r>
            <a:r>
              <a:rPr lang="es-MX" sz="2400" dirty="0" smtClean="0">
                <a:solidFill>
                  <a:srgbClr val="000000"/>
                </a:solidFill>
                <a:latin typeface="Arial" panose="020B0604020202020204" pitchFamily="34" charset="0"/>
                <a:cs typeface="Arial" panose="020B0604020202020204" pitchFamily="34" charset="0"/>
              </a:rPr>
              <a:t>. Universidad de Alcal</a:t>
            </a:r>
            <a:r>
              <a:rPr lang="es-ES" sz="2400" dirty="0" smtClean="0">
                <a:solidFill>
                  <a:srgbClr val="000000"/>
                </a:solidFill>
                <a:latin typeface="Arial" panose="020B0604020202020204" pitchFamily="34" charset="0"/>
                <a:cs typeface="Arial" panose="020B0604020202020204" pitchFamily="34" charset="0"/>
              </a:rPr>
              <a:t>á.</a:t>
            </a:r>
            <a:r>
              <a:rPr lang="es-MX" sz="2400" dirty="0" smtClean="0">
                <a:solidFill>
                  <a:srgbClr val="000000"/>
                </a:solidFill>
                <a:latin typeface="Arial" panose="020B0604020202020204" pitchFamily="34" charset="0"/>
                <a:cs typeface="Arial" panose="020B0604020202020204" pitchFamily="34" charset="0"/>
              </a:rPr>
              <a:t> </a:t>
            </a:r>
            <a:r>
              <a:rPr lang="es-MX" sz="2400" dirty="0" smtClean="0">
                <a:solidFill>
                  <a:srgbClr val="000000"/>
                </a:solidFill>
                <a:latin typeface="Arial" panose="020B0604020202020204" pitchFamily="34" charset="0"/>
                <a:cs typeface="Arial" panose="020B0604020202020204" pitchFamily="34" charset="0"/>
                <a:hlinkClick r:id="rId10"/>
              </a:rPr>
              <a:t>https</a:t>
            </a:r>
            <a:r>
              <a:rPr lang="es-MX" sz="2400" dirty="0">
                <a:solidFill>
                  <a:srgbClr val="000000"/>
                </a:solidFill>
                <a:latin typeface="Arial" panose="020B0604020202020204" pitchFamily="34" charset="0"/>
                <a:cs typeface="Arial" panose="020B0604020202020204" pitchFamily="34" charset="0"/>
                <a:hlinkClick r:id="rId10"/>
              </a:rPr>
              <a:t>://ebuah.uah.es/xmlui/bitstream/handle/10017/47156/louis_santacecilia_QB_2020.pdf?sequence=1&amp;isAllowed=y</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Presas, A. </a:t>
            </a:r>
            <a:r>
              <a:rPr lang="es-ES_tradnl" sz="2400" dirty="0" smtClean="0"/>
              <a:t>&amp; </a:t>
            </a:r>
            <a:r>
              <a:rPr lang="es-MX" sz="2400" dirty="0" smtClean="0">
                <a:solidFill>
                  <a:srgbClr val="000000"/>
                </a:solidFill>
                <a:latin typeface="Arial" panose="020B0604020202020204" pitchFamily="34" charset="0"/>
                <a:cs typeface="Arial" panose="020B0604020202020204" pitchFamily="34" charset="0"/>
              </a:rPr>
              <a:t>Salmer</a:t>
            </a:r>
            <a:r>
              <a:rPr lang="es-ES" sz="2400" dirty="0" err="1" smtClean="0">
                <a:solidFill>
                  <a:srgbClr val="000000"/>
                </a:solidFill>
                <a:latin typeface="Arial" panose="020B0604020202020204" pitchFamily="34" charset="0"/>
                <a:cs typeface="Arial" panose="020B0604020202020204" pitchFamily="34" charset="0"/>
              </a:rPr>
              <a:t>ón</a:t>
            </a:r>
            <a:r>
              <a:rPr lang="es-ES" sz="2400" dirty="0" smtClean="0">
                <a:solidFill>
                  <a:srgbClr val="000000"/>
                </a:solidFill>
                <a:latin typeface="Arial" panose="020B0604020202020204" pitchFamily="34" charset="0"/>
                <a:cs typeface="Arial" panose="020B0604020202020204" pitchFamily="34" charset="0"/>
              </a:rPr>
              <a:t>, M. </a:t>
            </a:r>
            <a:r>
              <a:rPr lang="es-MX" sz="2400" dirty="0" smtClean="0">
                <a:solidFill>
                  <a:srgbClr val="000000"/>
                </a:solidFill>
                <a:latin typeface="Arial" panose="020B0604020202020204" pitchFamily="34" charset="0"/>
                <a:cs typeface="Arial" panose="020B0604020202020204" pitchFamily="34" charset="0"/>
              </a:rPr>
              <a:t>(2019). </a:t>
            </a:r>
            <a:r>
              <a:rPr lang="es-MX" sz="2400" dirty="0">
                <a:solidFill>
                  <a:srgbClr val="000000"/>
                </a:solidFill>
                <a:latin typeface="Arial" panose="020B0604020202020204" pitchFamily="34" charset="0"/>
                <a:cs typeface="Arial" panose="020B0604020202020204" pitchFamily="34" charset="0"/>
              </a:rPr>
              <a:t>Estudios Musicales del Clasicismo. Matèria. </a:t>
            </a:r>
            <a:r>
              <a:rPr lang="es-MX" sz="2400" dirty="0" smtClean="0">
                <a:solidFill>
                  <a:srgbClr val="000000"/>
                </a:solidFill>
                <a:latin typeface="Arial" panose="020B0604020202020204" pitchFamily="34" charset="0"/>
                <a:cs typeface="Arial" panose="020B0604020202020204" pitchFamily="34" charset="0"/>
              </a:rPr>
              <a:t>Arpegio. </a:t>
            </a:r>
            <a:r>
              <a:rPr lang="es-MX" sz="2400" dirty="0" smtClean="0">
                <a:solidFill>
                  <a:srgbClr val="000000"/>
                </a:solidFill>
                <a:latin typeface="Arial" panose="020B0604020202020204" pitchFamily="34" charset="0"/>
                <a:cs typeface="Arial" panose="020B0604020202020204" pitchFamily="34" charset="0"/>
                <a:hlinkClick r:id="rId11"/>
              </a:rPr>
              <a:t>https</a:t>
            </a:r>
            <a:r>
              <a:rPr lang="es-MX" sz="2400" dirty="0">
                <a:solidFill>
                  <a:srgbClr val="000000"/>
                </a:solidFill>
                <a:latin typeface="Arial" panose="020B0604020202020204" pitchFamily="34" charset="0"/>
                <a:cs typeface="Arial" panose="020B0604020202020204" pitchFamily="34" charset="0"/>
                <a:hlinkClick r:id="rId11"/>
              </a:rPr>
              <a:t>://revistes.ub.edu/index.php/materia/article/download/32228/35199</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Terrel, C</a:t>
            </a:r>
            <a:r>
              <a:rPr lang="es-MX" sz="2400" dirty="0">
                <a:solidFill>
                  <a:srgbClr val="000000"/>
                </a:solidFill>
                <a:latin typeface="Arial" panose="020B0604020202020204" pitchFamily="34" charset="0"/>
                <a:cs typeface="Arial" panose="020B0604020202020204" pitchFamily="34" charset="0"/>
              </a:rPr>
              <a:t>. R. (2019). </a:t>
            </a:r>
            <a:r>
              <a:rPr lang="es-MX" sz="2400" i="1" dirty="0">
                <a:solidFill>
                  <a:srgbClr val="000000"/>
                </a:solidFill>
                <a:latin typeface="Arial" panose="020B0604020202020204" pitchFamily="34" charset="0"/>
                <a:cs typeface="Arial" panose="020B0604020202020204" pitchFamily="34" charset="0"/>
              </a:rPr>
              <a:t>Clasicismo: Biografía de Ludwig van Beethoven y sus principales obras.</a:t>
            </a:r>
            <a:r>
              <a:rPr lang="es-MX" sz="2400" dirty="0">
                <a:solidFill>
                  <a:srgbClr val="000000"/>
                </a:solidFill>
                <a:latin typeface="Arial" panose="020B0604020202020204" pitchFamily="34" charset="0"/>
                <a:cs typeface="Arial" panose="020B0604020202020204" pitchFamily="34" charset="0"/>
              </a:rPr>
              <a:t> </a:t>
            </a:r>
            <a:r>
              <a:rPr lang="es-MX" sz="2400" dirty="0" smtClean="0">
                <a:solidFill>
                  <a:srgbClr val="000000"/>
                </a:solidFill>
                <a:latin typeface="Arial" panose="020B0604020202020204" pitchFamily="34" charset="0"/>
                <a:cs typeface="Arial" panose="020B0604020202020204" pitchFamily="34" charset="0"/>
              </a:rPr>
              <a:t>Une.edu. </a:t>
            </a:r>
            <a:r>
              <a:rPr lang="es-MX" sz="2400" dirty="0" smtClean="0">
                <a:solidFill>
                  <a:srgbClr val="000000"/>
                </a:solidFill>
                <a:latin typeface="Arial" panose="020B0604020202020204" pitchFamily="34" charset="0"/>
                <a:cs typeface="Arial" panose="020B0604020202020204" pitchFamily="34" charset="0"/>
                <a:hlinkClick r:id="rId12">
                  <a:extLst>
                    <a:ext uri="{A12FA001-AC4F-418D-AE19-62706E023703}">
                      <ahyp:hlinkClr xmlns:ahyp="http://schemas.microsoft.com/office/drawing/2018/hyperlinkcolor" xmlns="" val="tx"/>
                    </a:ext>
                  </a:extLst>
                </a:hlinkClick>
              </a:rPr>
              <a:t>https</a:t>
            </a:r>
            <a:r>
              <a:rPr lang="es-MX" sz="2400" dirty="0">
                <a:solidFill>
                  <a:srgbClr val="000000"/>
                </a:solidFill>
                <a:latin typeface="Arial" panose="020B0604020202020204" pitchFamily="34" charset="0"/>
                <a:cs typeface="Arial" panose="020B0604020202020204" pitchFamily="34" charset="0"/>
                <a:hlinkClick r:id="rId12">
                  <a:extLst>
                    <a:ext uri="{A12FA001-AC4F-418D-AE19-62706E023703}">
                      <ahyp:hlinkClr xmlns:ahyp="http://schemas.microsoft.com/office/drawing/2018/hyperlinkcolor" xmlns="" val="tx"/>
                    </a:ext>
                  </a:extLst>
                </a:hlinkClick>
              </a:rPr>
              <a:t>://repositorio.une.edu.pe/handle/UNE/3442</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000" dirty="0">
              <a:effectLst/>
              <a:latin typeface="Arial" panose="020B0604020202020204" pitchFamily="34" charset="0"/>
              <a:ea typeface="Calibri" panose="020F0502020204030204" pitchFamily="34" charset="0"/>
              <a:cs typeface="Arial" panose="020B0604020202020204" pitchFamily="34" charset="0"/>
            </a:endParaRPr>
          </a:p>
          <a:p>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2067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2D542A0B-BA0E-4525-B02D-CBB66AAF77BA}"/>
              </a:ext>
            </a:extLst>
          </p:cNvPr>
          <p:cNvSpPr txBox="1"/>
          <p:nvPr/>
        </p:nvSpPr>
        <p:spPr>
          <a:xfrm>
            <a:off x="849630" y="774442"/>
            <a:ext cx="18078450" cy="7971413"/>
          </a:xfrm>
          <a:prstGeom prst="rect">
            <a:avLst/>
          </a:prstGeom>
          <a:noFill/>
        </p:spPr>
        <p:txBody>
          <a:bodyPr wrap="square" lIns="91440" tIns="45720" rIns="91440" bIns="45720" anchor="t">
            <a:spAutoFit/>
          </a:bodyPr>
          <a:lstStyle/>
          <a:p>
            <a:pPr marL="450215" indent="-450215">
              <a:spcAft>
                <a:spcPts val="800"/>
              </a:spcAft>
            </a:pPr>
            <a:endParaRPr lang="es-MX" sz="2000" dirty="0">
              <a:effectLst/>
              <a:latin typeface="Arial" panose="020B0604020202020204" pitchFamily="34" charset="0"/>
              <a:ea typeface="Calibri" panose="020F050202020403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Romanticismo. (2021, 15 de octubre). </a:t>
            </a:r>
            <a:r>
              <a:rPr lang="es-MX" sz="2400" dirty="0" smtClean="0">
                <a:solidFill>
                  <a:srgbClr val="000000"/>
                </a:solidFill>
                <a:latin typeface="Arial" panose="020B0604020202020204" pitchFamily="34" charset="0"/>
                <a:cs typeface="Arial" panose="020B0604020202020204" pitchFamily="34" charset="0"/>
              </a:rPr>
              <a:t>En </a:t>
            </a:r>
            <a:r>
              <a:rPr lang="es-MX" sz="2400" i="1" dirty="0" smtClean="0">
                <a:solidFill>
                  <a:srgbClr val="000000"/>
                </a:solidFill>
                <a:latin typeface="Arial" panose="020B0604020202020204" pitchFamily="34" charset="0"/>
                <a:cs typeface="Arial" panose="020B0604020202020204" pitchFamily="34" charset="0"/>
              </a:rPr>
              <a:t>Wikipedia</a:t>
            </a:r>
            <a:r>
              <a:rPr lang="es-MX" sz="2400" dirty="0" smtClean="0">
                <a:solidFill>
                  <a:srgbClr val="000000"/>
                </a:solidFill>
                <a:latin typeface="Arial" panose="020B0604020202020204" pitchFamily="34" charset="0"/>
                <a:cs typeface="Arial" panose="020B0604020202020204" pitchFamily="34" charset="0"/>
              </a:rPr>
              <a:t>. </a:t>
            </a:r>
            <a:r>
              <a:rPr lang="es-MX" sz="2400" dirty="0" smtClean="0">
                <a:solidFill>
                  <a:srgbClr val="000000"/>
                </a:solidFill>
                <a:latin typeface="Arial" panose="020B0604020202020204" pitchFamily="34" charset="0"/>
                <a:cs typeface="Arial" panose="020B0604020202020204" pitchFamily="34" charset="0"/>
                <a:hlinkClick r:id="rId2"/>
              </a:rPr>
              <a:t>https</a:t>
            </a:r>
            <a:r>
              <a:rPr lang="es-MX" sz="2400" dirty="0">
                <a:solidFill>
                  <a:srgbClr val="000000"/>
                </a:solidFill>
                <a:latin typeface="Arial" panose="020B0604020202020204" pitchFamily="34" charset="0"/>
                <a:cs typeface="Arial" panose="020B0604020202020204" pitchFamily="34" charset="0"/>
                <a:hlinkClick r:id="rId2"/>
              </a:rPr>
              <a:t>://es.wikipedia.org/w/index.php?title=Romanticismo&amp;oldid=139065240</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Música del Romanticismo. (2021, 20 de octubre). </a:t>
            </a:r>
            <a:r>
              <a:rPr lang="es-MX" sz="2400" dirty="0" smtClean="0">
                <a:solidFill>
                  <a:srgbClr val="000000"/>
                </a:solidFill>
                <a:latin typeface="Arial" panose="020B0604020202020204" pitchFamily="34" charset="0"/>
                <a:cs typeface="Arial" panose="020B0604020202020204" pitchFamily="34" charset="0"/>
              </a:rPr>
              <a:t>En </a:t>
            </a:r>
            <a:r>
              <a:rPr lang="es-MX" sz="2400" i="1" dirty="0" smtClean="0">
                <a:solidFill>
                  <a:srgbClr val="000000"/>
                </a:solidFill>
                <a:latin typeface="Arial" panose="020B0604020202020204" pitchFamily="34" charset="0"/>
                <a:cs typeface="Arial" panose="020B0604020202020204" pitchFamily="34" charset="0"/>
              </a:rPr>
              <a:t>Wikipedia</a:t>
            </a:r>
            <a:r>
              <a:rPr lang="es-MX" sz="2400" dirty="0" smtClean="0">
                <a:solidFill>
                  <a:srgbClr val="000000"/>
                </a:solidFill>
                <a:latin typeface="Arial" panose="020B0604020202020204" pitchFamily="34" charset="0"/>
                <a:cs typeface="Arial" panose="020B0604020202020204" pitchFamily="34" charset="0"/>
              </a:rPr>
              <a:t>. </a:t>
            </a:r>
            <a:r>
              <a:rPr lang="es-MX" sz="2400" dirty="0" smtClean="0">
                <a:solidFill>
                  <a:srgbClr val="000000"/>
                </a:solidFill>
                <a:latin typeface="Arial" panose="020B0604020202020204" pitchFamily="34" charset="0"/>
                <a:cs typeface="Arial" panose="020B0604020202020204" pitchFamily="34" charset="0"/>
                <a:hlinkClick r:id="rId3"/>
              </a:rPr>
              <a:t>https</a:t>
            </a:r>
            <a:r>
              <a:rPr lang="es-MX" sz="2400" dirty="0">
                <a:solidFill>
                  <a:srgbClr val="000000"/>
                </a:solidFill>
                <a:latin typeface="Arial" panose="020B0604020202020204" pitchFamily="34" charset="0"/>
                <a:cs typeface="Arial" panose="020B0604020202020204" pitchFamily="34" charset="0"/>
                <a:hlinkClick r:id="rId3"/>
              </a:rPr>
              <a:t>://es.wikipedia.org/w/index.php?title=M%C3%BAsica_del_Romanticismo&amp;oldid=139177415</a:t>
            </a:r>
            <a:r>
              <a:rPr lang="es-MX" sz="2400" dirty="0">
                <a:solidFill>
                  <a:srgbClr val="000000"/>
                </a:solidFill>
                <a:latin typeface="Arial" panose="020B0604020202020204" pitchFamily="34" charset="0"/>
                <a:cs typeface="Arial" panose="020B0604020202020204" pitchFamily="34" charset="0"/>
              </a:rPr>
              <a:t>.</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r>
              <a:rPr lang="es-MX" sz="2400" dirty="0" smtClean="0">
                <a:solidFill>
                  <a:srgbClr val="000000"/>
                </a:solidFill>
                <a:latin typeface="Arial" panose="020B0604020202020204" pitchFamily="34" charset="0"/>
                <a:cs typeface="Arial" panose="020B0604020202020204" pitchFamily="34" charset="0"/>
              </a:rPr>
              <a:t>Neomúsica</a:t>
            </a:r>
            <a:r>
              <a:rPr lang="es-MX" sz="2400" dirty="0">
                <a:solidFill>
                  <a:srgbClr val="000000"/>
                </a:solidFill>
                <a:latin typeface="Arial" panose="020B0604020202020204" pitchFamily="34" charset="0"/>
                <a:cs typeface="Arial" panose="020B0604020202020204" pitchFamily="34" charset="0"/>
              </a:rPr>
              <a:t>. (</a:t>
            </a:r>
            <a:r>
              <a:rPr lang="es-MX" sz="2400" dirty="0" smtClean="0">
                <a:solidFill>
                  <a:srgbClr val="000000"/>
                </a:solidFill>
                <a:latin typeface="Arial" panose="020B0604020202020204" pitchFamily="34" charset="0"/>
                <a:cs typeface="Arial" panose="020B0604020202020204" pitchFamily="34" charset="0"/>
              </a:rPr>
              <a:t>2021). Los 13 músicos del romanticismo más influyentes. Neom</a:t>
            </a:r>
            <a:r>
              <a:rPr lang="es-ES" sz="2400" dirty="0" err="1" smtClean="0">
                <a:solidFill>
                  <a:srgbClr val="000000"/>
                </a:solidFill>
                <a:latin typeface="Arial" panose="020B0604020202020204" pitchFamily="34" charset="0"/>
                <a:cs typeface="Arial" panose="020B0604020202020204" pitchFamily="34" charset="0"/>
              </a:rPr>
              <a:t>úsica.es</a:t>
            </a:r>
            <a:r>
              <a:rPr lang="es-ES" sz="2400" dirty="0" smtClean="0">
                <a:solidFill>
                  <a:srgbClr val="000000"/>
                </a:solidFill>
                <a:latin typeface="Arial" panose="020B0604020202020204" pitchFamily="34" charset="0"/>
                <a:cs typeface="Arial" panose="020B0604020202020204" pitchFamily="34" charset="0"/>
              </a:rPr>
              <a:t>. </a:t>
            </a:r>
            <a:r>
              <a:rPr lang="es-MX" sz="2400" dirty="0" smtClean="0">
                <a:solidFill>
                  <a:srgbClr val="000000"/>
                </a:solidFill>
                <a:latin typeface="Arial" panose="020B0604020202020204" pitchFamily="34" charset="0"/>
                <a:cs typeface="Arial" panose="020B0604020202020204" pitchFamily="34" charset="0"/>
                <a:hlinkClick r:id="rId4"/>
              </a:rPr>
              <a:t>https</a:t>
            </a:r>
            <a:r>
              <a:rPr lang="es-MX" sz="2400" dirty="0">
                <a:solidFill>
                  <a:srgbClr val="000000"/>
                </a:solidFill>
                <a:latin typeface="Arial" panose="020B0604020202020204" pitchFamily="34" charset="0"/>
                <a:cs typeface="Arial" panose="020B0604020202020204" pitchFamily="34" charset="0"/>
                <a:hlinkClick r:id="rId4"/>
              </a:rPr>
              <a:t>://neomusica.es/blog/musicos-del-romanticismo/</a:t>
            </a:r>
            <a:r>
              <a:rPr lang="es-MX" sz="2400" dirty="0">
                <a:solidFill>
                  <a:srgbClr val="000000"/>
                </a:solidFill>
                <a:latin typeface="Arial" panose="020B0604020202020204" pitchFamily="34" charset="0"/>
                <a:cs typeface="Arial" panose="020B0604020202020204" pitchFamily="34" charset="0"/>
              </a:rPr>
              <a:t>  </a:t>
            </a:r>
            <a:endParaRPr lang="es-MX" sz="2400" dirty="0" smtClean="0">
              <a:solidFill>
                <a:srgbClr val="000000"/>
              </a:solidFill>
              <a:latin typeface="Arial" panose="020B0604020202020204" pitchFamily="34" charset="0"/>
              <a:cs typeface="Arial" panose="020B0604020202020204" pitchFamily="34" charset="0"/>
            </a:endParaRPr>
          </a:p>
          <a:p>
            <a:endParaRPr lang="es-MX" sz="2400" dirty="0" smtClean="0">
              <a:solidFill>
                <a:srgbClr val="000000"/>
              </a:solidFill>
              <a:latin typeface="Arial" panose="020B0604020202020204" pitchFamily="34" charset="0"/>
              <a:cs typeface="Arial" panose="020B0604020202020204" pitchFamily="34" charset="0"/>
            </a:endParaRPr>
          </a:p>
          <a:p>
            <a:r>
              <a:rPr lang="es-MX" sz="2400" dirty="0" smtClean="0">
                <a:solidFill>
                  <a:srgbClr val="000000"/>
                </a:solidFill>
                <a:latin typeface="Arial" panose="020B0604020202020204" pitchFamily="34" charset="0"/>
                <a:cs typeface="Arial" panose="020B0604020202020204" pitchFamily="34" charset="0"/>
              </a:rPr>
              <a:t>Significados (2021). Romancismo. Significados.com. </a:t>
            </a:r>
            <a:r>
              <a:rPr lang="es-MX" sz="2400" dirty="0" smtClean="0">
                <a:solidFill>
                  <a:srgbClr val="000000"/>
                </a:solidFill>
                <a:latin typeface="Arial" panose="020B0604020202020204" pitchFamily="34" charset="0"/>
                <a:cs typeface="Arial" panose="020B0604020202020204" pitchFamily="34" charset="0"/>
                <a:hlinkClick r:id="rId5"/>
              </a:rPr>
              <a:t>https</a:t>
            </a:r>
            <a:r>
              <a:rPr lang="es-MX" sz="2400" dirty="0">
                <a:solidFill>
                  <a:srgbClr val="000000"/>
                </a:solidFill>
                <a:latin typeface="Arial" panose="020B0604020202020204" pitchFamily="34" charset="0"/>
                <a:cs typeface="Arial" panose="020B0604020202020204" pitchFamily="34" charset="0"/>
                <a:hlinkClick r:id="rId5"/>
              </a:rPr>
              <a:t>://www.significados.com/romanticismo/</a:t>
            </a:r>
            <a:r>
              <a:rPr lang="es-MX" sz="2400" dirty="0">
                <a:solidFill>
                  <a:srgbClr val="000000"/>
                </a:solidFill>
                <a:latin typeface="Arial" panose="020B0604020202020204" pitchFamily="34" charset="0"/>
                <a:cs typeface="Arial" panose="020B0604020202020204" pitchFamily="34" charset="0"/>
              </a:rPr>
              <a:t> </a:t>
            </a:r>
            <a:endParaRPr lang="es-MX" sz="2400" dirty="0" smtClean="0">
              <a:solidFill>
                <a:srgbClr val="000000"/>
              </a:solidFill>
              <a:latin typeface="Arial" panose="020B0604020202020204" pitchFamily="34" charset="0"/>
              <a:cs typeface="Arial" panose="020B0604020202020204" pitchFamily="34" charset="0"/>
            </a:endParaRPr>
          </a:p>
          <a:p>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Aceves, G. M. (2019). Orquesta Sinfónica de Xalapa. Discografía. </a:t>
            </a:r>
            <a:r>
              <a:rPr lang="es-MX" sz="2400" i="1" dirty="0">
                <a:solidFill>
                  <a:srgbClr val="000000"/>
                </a:solidFill>
                <a:latin typeface="Arial" panose="020B0604020202020204" pitchFamily="34" charset="0"/>
                <a:cs typeface="Arial" panose="020B0604020202020204" pitchFamily="34" charset="0"/>
              </a:rPr>
              <a:t>La Palabra y el </a:t>
            </a:r>
            <a:r>
              <a:rPr lang="es-MX" sz="2400" i="1" dirty="0" smtClean="0">
                <a:solidFill>
                  <a:srgbClr val="000000"/>
                </a:solidFill>
                <a:latin typeface="Arial" panose="020B0604020202020204" pitchFamily="34" charset="0"/>
                <a:cs typeface="Arial" panose="020B0604020202020204" pitchFamily="34" charset="0"/>
              </a:rPr>
              <a:t>Hombre</a:t>
            </a:r>
            <a:r>
              <a:rPr lang="es-MX" sz="2400" dirty="0" smtClean="0">
                <a:solidFill>
                  <a:srgbClr val="000000"/>
                </a:solidFill>
                <a:latin typeface="Arial" panose="020B0604020202020204" pitchFamily="34" charset="0"/>
                <a:cs typeface="Arial" panose="020B0604020202020204" pitchFamily="34" charset="0"/>
              </a:rPr>
              <a:t>. Universidad </a:t>
            </a:r>
            <a:r>
              <a:rPr lang="es-MX" sz="2400" dirty="0">
                <a:solidFill>
                  <a:srgbClr val="000000"/>
                </a:solidFill>
                <a:latin typeface="Arial" panose="020B0604020202020204" pitchFamily="34" charset="0"/>
                <a:cs typeface="Arial" panose="020B0604020202020204" pitchFamily="34" charset="0"/>
              </a:rPr>
              <a:t>Veracruzana, (49-50), 178-184. </a:t>
            </a:r>
            <a:r>
              <a:rPr lang="es-MX" sz="2400" dirty="0" smtClean="0">
                <a:solidFill>
                  <a:srgbClr val="000000"/>
                </a:solidFill>
                <a:latin typeface="Arial" panose="020B0604020202020204" pitchFamily="34" charset="0"/>
                <a:cs typeface="Arial" panose="020B0604020202020204" pitchFamily="34" charset="0"/>
                <a:hlinkClick r:id="rId6"/>
              </a:rPr>
              <a:t>https</a:t>
            </a:r>
            <a:r>
              <a:rPr lang="es-MX" sz="2400" dirty="0">
                <a:solidFill>
                  <a:srgbClr val="000000"/>
                </a:solidFill>
                <a:latin typeface="Arial" panose="020B0604020202020204" pitchFamily="34" charset="0"/>
                <a:cs typeface="Arial" panose="020B0604020202020204" pitchFamily="34" charset="0"/>
                <a:hlinkClick r:id="rId6"/>
              </a:rPr>
              <a:t>://lapalabrayelhombre.uv.mx/index.php/palabrahombre/article/viewFile/3029/4964</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Gómez, R. D. M. (2019). Sinfonismo en el cine. </a:t>
            </a:r>
            <a:r>
              <a:rPr lang="es-MX" sz="2400" i="1" dirty="0">
                <a:solidFill>
                  <a:srgbClr val="000000"/>
                </a:solidFill>
                <a:latin typeface="Arial" panose="020B0604020202020204" pitchFamily="34" charset="0"/>
                <a:cs typeface="Arial" panose="020B0604020202020204" pitchFamily="34" charset="0"/>
              </a:rPr>
              <a:t>La Palabra y el </a:t>
            </a:r>
            <a:r>
              <a:rPr lang="es-MX" sz="2400" i="1" dirty="0" smtClean="0">
                <a:solidFill>
                  <a:srgbClr val="000000"/>
                </a:solidFill>
                <a:latin typeface="Arial" panose="020B0604020202020204" pitchFamily="34" charset="0"/>
                <a:cs typeface="Arial" panose="020B0604020202020204" pitchFamily="34" charset="0"/>
              </a:rPr>
              <a:t>Hombre</a:t>
            </a:r>
            <a:r>
              <a:rPr lang="es-MX" sz="2400" dirty="0" smtClean="0">
                <a:solidFill>
                  <a:srgbClr val="000000"/>
                </a:solidFill>
                <a:latin typeface="Arial" panose="020B0604020202020204" pitchFamily="34" charset="0"/>
                <a:cs typeface="Arial" panose="020B0604020202020204" pitchFamily="34" charset="0"/>
              </a:rPr>
              <a:t>. Universidad </a:t>
            </a:r>
            <a:r>
              <a:rPr lang="es-MX" sz="2400" dirty="0">
                <a:solidFill>
                  <a:srgbClr val="000000"/>
                </a:solidFill>
                <a:latin typeface="Arial" panose="020B0604020202020204" pitchFamily="34" charset="0"/>
                <a:cs typeface="Arial" panose="020B0604020202020204" pitchFamily="34" charset="0"/>
              </a:rPr>
              <a:t>Veracruzana, (49-50), 110-112. </a:t>
            </a:r>
            <a:r>
              <a:rPr lang="es-MX" sz="2400" dirty="0" smtClean="0">
                <a:solidFill>
                  <a:srgbClr val="000000"/>
                </a:solidFill>
                <a:latin typeface="Arial" panose="020B0604020202020204" pitchFamily="34" charset="0"/>
                <a:cs typeface="Arial" panose="020B0604020202020204" pitchFamily="34" charset="0"/>
                <a:hlinkClick r:id="rId7"/>
              </a:rPr>
              <a:t>https</a:t>
            </a:r>
            <a:r>
              <a:rPr lang="es-MX" sz="2400" dirty="0">
                <a:solidFill>
                  <a:srgbClr val="000000"/>
                </a:solidFill>
                <a:latin typeface="Arial" panose="020B0604020202020204" pitchFamily="34" charset="0"/>
                <a:cs typeface="Arial" panose="020B0604020202020204" pitchFamily="34" charset="0"/>
                <a:hlinkClick r:id="rId7"/>
              </a:rPr>
              <a:t>://</a:t>
            </a:r>
            <a:r>
              <a:rPr lang="es-MX" sz="2400" dirty="0" smtClean="0">
                <a:solidFill>
                  <a:srgbClr val="000000"/>
                </a:solidFill>
                <a:latin typeface="Arial" panose="020B0604020202020204" pitchFamily="34" charset="0"/>
                <a:cs typeface="Arial" panose="020B0604020202020204" pitchFamily="34" charset="0"/>
                <a:hlinkClick r:id="rId7"/>
              </a:rPr>
              <a:t>lapalabrayelhombre.uv.mx/index.php/palabrahombre/article/view/3061/4948</a:t>
            </a:r>
            <a:endParaRPr lang="es-MX" sz="2400" dirty="0" smtClean="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 </a:t>
            </a:r>
            <a:r>
              <a:rPr lang="es-MX" sz="2400" dirty="0">
                <a:solidFill>
                  <a:srgbClr val="000000"/>
                </a:solidFill>
                <a:latin typeface="Arial" panose="020B0604020202020204" pitchFamily="34" charset="0"/>
                <a:cs typeface="Arial" panose="020B0604020202020204" pitchFamily="34" charset="0"/>
              </a:rPr>
              <a:t> </a:t>
            </a:r>
            <a:endParaRPr lang="es-MX" sz="2400" dirty="0" smtClean="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Martón</a:t>
            </a:r>
            <a:r>
              <a:rPr lang="es-MX" sz="2400" dirty="0">
                <a:solidFill>
                  <a:srgbClr val="000000"/>
                </a:solidFill>
                <a:latin typeface="Arial" panose="020B0604020202020204" pitchFamily="34" charset="0"/>
                <a:cs typeface="Arial" panose="020B0604020202020204" pitchFamily="34" charset="0"/>
              </a:rPr>
              <a:t>, D. Á. V. (2021). La forma sonata, Beethoven y el Romanticismo: una aproximación desde la Teoría de Estratos de Nicolai Hartmann. </a:t>
            </a:r>
            <a:r>
              <a:rPr lang="es-MX" sz="2400" i="1" dirty="0">
                <a:solidFill>
                  <a:srgbClr val="000000"/>
                </a:solidFill>
                <a:latin typeface="Arial" panose="020B0604020202020204" pitchFamily="34" charset="0"/>
                <a:cs typeface="Arial" panose="020B0604020202020204" pitchFamily="34" charset="0"/>
              </a:rPr>
              <a:t>Eikasia: revista de filosofía, </a:t>
            </a:r>
            <a:r>
              <a:rPr lang="es-MX" sz="2400" dirty="0">
                <a:solidFill>
                  <a:srgbClr val="000000"/>
                </a:solidFill>
                <a:latin typeface="Arial" panose="020B0604020202020204" pitchFamily="34" charset="0"/>
                <a:cs typeface="Arial" panose="020B0604020202020204" pitchFamily="34" charset="0"/>
              </a:rPr>
              <a:t>(98), 275-303. </a:t>
            </a:r>
            <a:r>
              <a:rPr lang="es-MX" sz="2400" dirty="0" smtClean="0">
                <a:solidFill>
                  <a:srgbClr val="000000"/>
                </a:solidFill>
                <a:latin typeface="Arial" panose="020B0604020202020204" pitchFamily="34" charset="0"/>
                <a:cs typeface="Arial" panose="020B0604020202020204" pitchFamily="34" charset="0"/>
                <a:hlinkClick r:id="rId8"/>
              </a:rPr>
              <a:t>https</a:t>
            </a:r>
            <a:r>
              <a:rPr lang="es-MX" sz="2400" dirty="0">
                <a:solidFill>
                  <a:srgbClr val="000000"/>
                </a:solidFill>
                <a:latin typeface="Arial" panose="020B0604020202020204" pitchFamily="34" charset="0"/>
                <a:cs typeface="Arial" panose="020B0604020202020204" pitchFamily="34" charset="0"/>
                <a:hlinkClick r:id="rId8"/>
              </a:rPr>
              <a:t>://www.revistadefilosofia.org/98-11.pdf</a:t>
            </a:r>
            <a:r>
              <a:rPr lang="es-MX" sz="2400" dirty="0">
                <a:solidFill>
                  <a:srgbClr val="00000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575724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1C0FFE81-9245-4BA8-81FD-9428C2744432}"/>
              </a:ext>
            </a:extLst>
          </p:cNvPr>
          <p:cNvSpPr txBox="1"/>
          <p:nvPr/>
        </p:nvSpPr>
        <p:spPr>
          <a:xfrm>
            <a:off x="974725" y="1739444"/>
            <a:ext cx="16813530" cy="13285688"/>
          </a:xfrm>
          <a:prstGeom prst="rect">
            <a:avLst/>
          </a:prstGeom>
          <a:noFill/>
        </p:spPr>
        <p:txBody>
          <a:bodyPr wrap="square" lIns="91440" tIns="45720" rIns="91440" bIns="45720" anchor="t">
            <a:spAutoFit/>
          </a:bodyPr>
          <a:lstStyle/>
          <a:p>
            <a:pPr marL="450215" indent="-450215">
              <a:spcAft>
                <a:spcPts val="800"/>
              </a:spcAft>
            </a:pPr>
            <a:r>
              <a:rPr lang="es-MX" sz="2400" dirty="0">
                <a:latin typeface="Arial" panose="020B0604020202020204" pitchFamily="34" charset="0"/>
                <a:cs typeface="Arial" panose="020B0604020202020204" pitchFamily="34" charset="0"/>
              </a:rPr>
              <a:t>Impresionismo musical. (2021, 24 de septiembre). </a:t>
            </a:r>
            <a:r>
              <a:rPr lang="es-MX" sz="2400" dirty="0" smtClean="0">
                <a:latin typeface="Arial" panose="020B0604020202020204" pitchFamily="34" charset="0"/>
                <a:cs typeface="Arial" panose="020B0604020202020204" pitchFamily="34" charset="0"/>
              </a:rPr>
              <a:t>En </a:t>
            </a:r>
            <a:r>
              <a:rPr lang="es-MX" sz="2400" i="1" dirty="0" smtClean="0">
                <a:latin typeface="Arial" panose="020B0604020202020204" pitchFamily="34" charset="0"/>
                <a:cs typeface="Arial" panose="020B0604020202020204" pitchFamily="34" charset="0"/>
              </a:rPr>
              <a:t>Wikipedia</a:t>
            </a:r>
            <a:r>
              <a:rPr lang="es-MX" sz="2400" dirty="0" smtClean="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hlinkClick r:id="rId2"/>
              </a:rPr>
              <a:t>https</a:t>
            </a:r>
            <a:r>
              <a:rPr lang="es-MX" sz="2400" dirty="0">
                <a:latin typeface="Arial" panose="020B0604020202020204" pitchFamily="34" charset="0"/>
                <a:cs typeface="Arial" panose="020B0604020202020204" pitchFamily="34" charset="0"/>
                <a:hlinkClick r:id="rId2"/>
              </a:rPr>
              <a:t>://es.wikipedia.org/w/index.php?title=Impresionismo_musical&amp;oldid=138560810</a:t>
            </a:r>
            <a:r>
              <a:rPr lang="es-MX" sz="2400" dirty="0">
                <a:latin typeface="Arial" panose="020B0604020202020204" pitchFamily="34" charset="0"/>
                <a:cs typeface="Arial" panose="020B0604020202020204" pitchFamily="34" charset="0"/>
              </a:rPr>
              <a:t>. </a:t>
            </a:r>
          </a:p>
          <a:p>
            <a:pPr marL="450215" indent="-450215">
              <a:spcAft>
                <a:spcPts val="800"/>
              </a:spcAft>
            </a:pPr>
            <a:endParaRPr lang="es-MX" sz="2400" dirty="0">
              <a:latin typeface="Arial" panose="020B0604020202020204" pitchFamily="34" charset="0"/>
              <a:cs typeface="Arial" panose="020B0604020202020204" pitchFamily="34" charset="0"/>
            </a:endParaRPr>
          </a:p>
          <a:p>
            <a:pPr marL="450215" indent="-450215">
              <a:spcAft>
                <a:spcPts val="800"/>
              </a:spcAft>
            </a:pPr>
            <a:r>
              <a:rPr lang="es-MX" sz="2400" dirty="0">
                <a:latin typeface="Arial" panose="020B0604020202020204" pitchFamily="34" charset="0"/>
                <a:cs typeface="Arial" panose="020B0604020202020204" pitchFamily="34" charset="0"/>
              </a:rPr>
              <a:t>Impresionismo. (2021, 23 de septiembre). </a:t>
            </a:r>
            <a:r>
              <a:rPr lang="es-MX" sz="2400" dirty="0" smtClean="0">
                <a:latin typeface="Arial" panose="020B0604020202020204" pitchFamily="34" charset="0"/>
                <a:cs typeface="Arial" panose="020B0604020202020204" pitchFamily="34" charset="0"/>
              </a:rPr>
              <a:t>En </a:t>
            </a:r>
            <a:r>
              <a:rPr lang="es-MX" sz="2400" i="1" dirty="0" smtClean="0">
                <a:latin typeface="Arial" panose="020B0604020202020204" pitchFamily="34" charset="0"/>
                <a:cs typeface="Arial" panose="020B0604020202020204" pitchFamily="34" charset="0"/>
              </a:rPr>
              <a:t>Wikipedia</a:t>
            </a:r>
            <a:r>
              <a:rPr lang="es-MX" sz="2400" dirty="0" smtClean="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hlinkClick r:id="rId3"/>
              </a:rPr>
              <a:t>https</a:t>
            </a:r>
            <a:r>
              <a:rPr lang="es-MX" sz="2400" dirty="0">
                <a:latin typeface="Arial" panose="020B0604020202020204" pitchFamily="34" charset="0"/>
                <a:cs typeface="Arial" panose="020B0604020202020204" pitchFamily="34" charset="0"/>
                <a:hlinkClick r:id="rId3"/>
              </a:rPr>
              <a:t>://es.wikipedia.org/w/index.php?title=Impresionismo&amp;oldid=138534118</a:t>
            </a:r>
            <a:r>
              <a:rPr lang="es-MX" sz="2400" dirty="0">
                <a:latin typeface="Arial" panose="020B0604020202020204" pitchFamily="34" charset="0"/>
                <a:cs typeface="Arial" panose="020B0604020202020204" pitchFamily="34" charset="0"/>
              </a:rPr>
              <a:t>.</a:t>
            </a:r>
          </a:p>
          <a:p>
            <a:pPr marL="450215" indent="-450215">
              <a:spcAft>
                <a:spcPts val="800"/>
              </a:spcAft>
            </a:pPr>
            <a:endParaRPr lang="es-MX" sz="2400" dirty="0">
              <a:latin typeface="Arial" panose="020B0604020202020204" pitchFamily="34" charset="0"/>
              <a:cs typeface="Arial" panose="020B0604020202020204" pitchFamily="34" charset="0"/>
            </a:endParaRPr>
          </a:p>
          <a:p>
            <a:pPr marL="450215" indent="-450215">
              <a:spcAft>
                <a:spcPts val="800"/>
              </a:spcAft>
            </a:pPr>
            <a:r>
              <a:rPr lang="es-MX" sz="2400" dirty="0" smtClean="0">
                <a:latin typeface="Arial" panose="020B0604020202020204" pitchFamily="34" charset="0"/>
                <a:cs typeface="Arial" panose="020B0604020202020204" pitchFamily="34" charset="0"/>
              </a:rPr>
              <a:t>Alegre, </a:t>
            </a:r>
            <a:r>
              <a:rPr lang="es-MX" sz="2400" dirty="0">
                <a:latin typeface="Arial" panose="020B0604020202020204" pitchFamily="34" charset="0"/>
                <a:cs typeface="Arial" panose="020B0604020202020204" pitchFamily="34" charset="0"/>
              </a:rPr>
              <a:t>M. Á. (2008). </a:t>
            </a:r>
            <a:r>
              <a:rPr lang="es-MX" sz="2400" i="1" dirty="0">
                <a:latin typeface="Arial" panose="020B0604020202020204" pitchFamily="34" charset="0"/>
                <a:cs typeface="Arial" panose="020B0604020202020204" pitchFamily="34" charset="0"/>
              </a:rPr>
              <a:t>La música francesa entre los siglos XIX y XX. El Impresionismo. Especial referencia al repertorio pianístico</a:t>
            </a:r>
            <a:r>
              <a:rPr lang="es-MX" sz="2400" dirty="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rPr>
              <a:t>Universidad Internacional de Andaluc</a:t>
            </a:r>
            <a:r>
              <a:rPr lang="es-ES" sz="2400" dirty="0" err="1" smtClean="0">
                <a:latin typeface="Arial" panose="020B0604020202020204" pitchFamily="34" charset="0"/>
                <a:cs typeface="Arial" panose="020B0604020202020204" pitchFamily="34" charset="0"/>
              </a:rPr>
              <a:t>ía</a:t>
            </a:r>
            <a:r>
              <a:rPr lang="es-ES" sz="2400" dirty="0" smtClean="0">
                <a:latin typeface="Arial" panose="020B0604020202020204" pitchFamily="34" charset="0"/>
                <a:cs typeface="Arial" panose="020B0604020202020204" pitchFamily="34" charset="0"/>
              </a:rPr>
              <a:t>. </a:t>
            </a:r>
            <a:r>
              <a:rPr lang="es-MX" sz="2400" dirty="0" smtClean="0">
                <a:latin typeface="Arial" panose="020B0604020202020204" pitchFamily="34" charset="0"/>
                <a:cs typeface="Arial" panose="020B0604020202020204" pitchFamily="34" charset="0"/>
                <a:hlinkClick r:id="rId4" invalidUrl="https://buleria.unileon.es/bitstream/handle/10612/493/CURSO BAEZA MAAM IMPRESIONISMO.pdf?sequence=1"/>
              </a:rPr>
              <a:t>https</a:t>
            </a:r>
            <a:r>
              <a:rPr lang="es-MX" sz="2400" dirty="0">
                <a:latin typeface="Arial" panose="020B0604020202020204" pitchFamily="34" charset="0"/>
                <a:cs typeface="Arial" panose="020B0604020202020204" pitchFamily="34" charset="0"/>
                <a:hlinkClick r:id="rId4" invalidUrl="https://buleria.unileon.es/bitstream/handle/10612/493/CURSO BAEZA MAAM IMPRESIONISMO.pdf?sequence=1"/>
              </a:rPr>
              <a:t>://buleria.unileon.es/bitstream/handle/10612/493/CURSO%20BAEZA%20MAAM%20IMPRESIONISMO.pdf?sequence=1</a:t>
            </a:r>
            <a:r>
              <a:rPr lang="es-MX" sz="2400" dirty="0">
                <a:latin typeface="Arial" panose="020B0604020202020204" pitchFamily="34" charset="0"/>
                <a:cs typeface="Arial" panose="020B0604020202020204" pitchFamily="34" charset="0"/>
              </a:rPr>
              <a:t> </a:t>
            </a:r>
          </a:p>
          <a:p>
            <a:pPr marL="450215" indent="-450215">
              <a:spcAft>
                <a:spcPts val="800"/>
              </a:spcAft>
            </a:pPr>
            <a:endParaRPr lang="es-MX" sz="2400" dirty="0">
              <a:latin typeface="Arial" panose="020B0604020202020204" pitchFamily="34" charset="0"/>
              <a:cs typeface="Arial" panose="020B0604020202020204" pitchFamily="34" charset="0"/>
            </a:endParaRPr>
          </a:p>
          <a:p>
            <a:pPr marL="450215" indent="-450215">
              <a:spcAft>
                <a:spcPts val="800"/>
              </a:spcAft>
            </a:pPr>
            <a:r>
              <a:rPr lang="es-MX" sz="2400" dirty="0">
                <a:latin typeface="Arial" panose="020B0604020202020204" pitchFamily="34" charset="0"/>
                <a:cs typeface="Arial" panose="020B0604020202020204" pitchFamily="34" charset="0"/>
              </a:rPr>
              <a:t>Cavia, V. (2005). El Joven García Lorca: Un paisaje musical de sus textos a través del mundo sonoro de Verlaine y Debussy. </a:t>
            </a:r>
            <a:r>
              <a:rPr lang="es-MX" sz="2400" i="1" dirty="0">
                <a:latin typeface="Arial" panose="020B0604020202020204" pitchFamily="34" charset="0"/>
                <a:cs typeface="Arial" panose="020B0604020202020204" pitchFamily="34" charset="0"/>
              </a:rPr>
              <a:t>Cuadernos de Música, Artes Visuales y Artes Escénicas</a:t>
            </a:r>
            <a:r>
              <a:rPr lang="es-MX" sz="2400" dirty="0">
                <a:latin typeface="Arial" panose="020B0604020202020204" pitchFamily="34" charset="0"/>
                <a:cs typeface="Arial" panose="020B0604020202020204" pitchFamily="34" charset="0"/>
              </a:rPr>
              <a:t>, 1(2), 148-188. </a:t>
            </a:r>
            <a:r>
              <a:rPr lang="es-MX" sz="2400" dirty="0" smtClean="0">
                <a:latin typeface="Arial" panose="020B0604020202020204" pitchFamily="34" charset="0"/>
                <a:cs typeface="Arial" panose="020B0604020202020204" pitchFamily="34" charset="0"/>
                <a:hlinkClick r:id="rId5"/>
              </a:rPr>
              <a:t>https</a:t>
            </a:r>
            <a:r>
              <a:rPr lang="es-MX" sz="2400" dirty="0">
                <a:latin typeface="Arial" panose="020B0604020202020204" pitchFamily="34" charset="0"/>
                <a:cs typeface="Arial" panose="020B0604020202020204" pitchFamily="34" charset="0"/>
                <a:hlinkClick r:id="rId5"/>
              </a:rPr>
              <a:t>://www.redalyc.org/pdf/2970/297023446001.pdf</a:t>
            </a:r>
            <a:r>
              <a:rPr lang="es-MX" sz="2400" dirty="0">
                <a:latin typeface="Arial" panose="020B0604020202020204" pitchFamily="34" charset="0"/>
                <a:cs typeface="Arial" panose="020B0604020202020204" pitchFamily="34" charset="0"/>
              </a:rPr>
              <a:t> </a:t>
            </a:r>
          </a:p>
          <a:p>
            <a:pPr marL="450215" indent="-450215">
              <a:spcAft>
                <a:spcPts val="800"/>
              </a:spcAft>
            </a:pPr>
            <a:endParaRPr lang="es-MX" sz="2400" dirty="0">
              <a:latin typeface="Arial" panose="020B0604020202020204" pitchFamily="34" charset="0"/>
              <a:cs typeface="Arial" panose="020B0604020202020204" pitchFamily="34" charset="0"/>
            </a:endParaRPr>
          </a:p>
          <a:p>
            <a:pPr marL="450215" indent="-450215">
              <a:spcAft>
                <a:spcPts val="800"/>
              </a:spcAft>
            </a:pPr>
            <a:r>
              <a:rPr lang="es-MX" sz="2400" dirty="0" err="1">
                <a:latin typeface="Arial" panose="020B0604020202020204" pitchFamily="34" charset="0"/>
                <a:cs typeface="Arial" panose="020B0604020202020204" pitchFamily="34" charset="0"/>
              </a:rPr>
              <a:t>Cotello</a:t>
            </a:r>
            <a:r>
              <a:rPr lang="es-MX" sz="2400" dirty="0">
                <a:latin typeface="Arial" panose="020B0604020202020204" pitchFamily="34" charset="0"/>
                <a:cs typeface="Arial" panose="020B0604020202020204" pitchFamily="34" charset="0"/>
              </a:rPr>
              <a:t>, B. (2017). Motivos de la Antigüedad clásica en el Impresionismo musical. </a:t>
            </a:r>
            <a:r>
              <a:rPr lang="es-MX" sz="2400" i="1" dirty="0">
                <a:latin typeface="Arial" panose="020B0604020202020204" pitchFamily="34" charset="0"/>
                <a:cs typeface="Arial" panose="020B0604020202020204" pitchFamily="34" charset="0"/>
              </a:rPr>
              <a:t>Circe de clásicos y modernos, </a:t>
            </a:r>
            <a:r>
              <a:rPr lang="es-MX" sz="2400" dirty="0">
                <a:latin typeface="Arial" panose="020B0604020202020204" pitchFamily="34" charset="0"/>
                <a:cs typeface="Arial" panose="020B0604020202020204" pitchFamily="34" charset="0"/>
              </a:rPr>
              <a:t>21(1). </a:t>
            </a:r>
            <a:r>
              <a:rPr lang="es-MX" sz="2400" dirty="0" smtClean="0">
                <a:latin typeface="Arial" panose="020B0604020202020204" pitchFamily="34" charset="0"/>
                <a:cs typeface="Arial" panose="020B0604020202020204" pitchFamily="34" charset="0"/>
                <a:hlinkClick r:id="rId6"/>
              </a:rPr>
              <a:t>https</a:t>
            </a:r>
            <a:r>
              <a:rPr lang="es-MX" sz="2400" dirty="0">
                <a:latin typeface="Arial" panose="020B0604020202020204" pitchFamily="34" charset="0"/>
                <a:cs typeface="Arial" panose="020B0604020202020204" pitchFamily="34" charset="0"/>
                <a:hlinkClick r:id="rId6"/>
              </a:rPr>
              <a:t>://cerac.unlpam.edu.ar/index.php/circe/article/view/2009</a:t>
            </a:r>
            <a:r>
              <a:rPr lang="es-MX" sz="2400" dirty="0">
                <a:latin typeface="Arial" panose="020B0604020202020204" pitchFamily="34" charset="0"/>
                <a:cs typeface="Arial" panose="020B0604020202020204" pitchFamily="34" charset="0"/>
              </a:rPr>
              <a:t> </a:t>
            </a:r>
          </a:p>
          <a:p>
            <a:pPr marL="450215" indent="-450215">
              <a:spcAft>
                <a:spcPts val="800"/>
              </a:spcAft>
            </a:pPr>
            <a:endParaRPr lang="es-MX" sz="2400" dirty="0">
              <a:latin typeface="Arial" panose="020B0604020202020204" pitchFamily="34" charset="0"/>
              <a:cs typeface="Arial" panose="020B0604020202020204" pitchFamily="34" charset="0"/>
            </a:endParaRPr>
          </a:p>
          <a:p>
            <a:pPr marL="450215" indent="-450215">
              <a:spcAft>
                <a:spcPts val="800"/>
              </a:spcAft>
            </a:pPr>
            <a:r>
              <a:rPr lang="es-MX" sz="2400" dirty="0">
                <a:latin typeface="Arial" panose="020B0604020202020204" pitchFamily="34" charset="0"/>
                <a:cs typeface="Arial" panose="020B0604020202020204" pitchFamily="34" charset="0"/>
              </a:rPr>
              <a:t>Gómez, P. V. (2008). Menos es más en música. </a:t>
            </a:r>
            <a:r>
              <a:rPr lang="es-MX" sz="2400" i="1" dirty="0">
                <a:latin typeface="Arial" panose="020B0604020202020204" pitchFamily="34" charset="0"/>
                <a:cs typeface="Arial" panose="020B0604020202020204" pitchFamily="34" charset="0"/>
              </a:rPr>
              <a:t>Agenda Cultural Alma Máter</a:t>
            </a:r>
            <a:r>
              <a:rPr lang="es-MX" sz="2400" dirty="0">
                <a:latin typeface="Arial" panose="020B0604020202020204" pitchFamily="34" charset="0"/>
                <a:cs typeface="Arial" panose="020B0604020202020204" pitchFamily="34" charset="0"/>
              </a:rPr>
              <a:t>, 143 . </a:t>
            </a:r>
            <a:r>
              <a:rPr lang="es-ES" sz="2400" dirty="0" smtClean="0">
                <a:latin typeface="Arial" panose="020B0604020202020204" pitchFamily="34" charset="0"/>
                <a:cs typeface="Arial" panose="020B0604020202020204" pitchFamily="34" charset="0"/>
                <a:hlinkClick r:id="rId7"/>
              </a:rPr>
              <a:t>https</a:t>
            </a:r>
            <a:r>
              <a:rPr lang="es-ES" sz="2400" dirty="0">
                <a:latin typeface="Arial" panose="020B0604020202020204" pitchFamily="34" charset="0"/>
                <a:cs typeface="Arial" panose="020B0604020202020204" pitchFamily="34" charset="0"/>
                <a:hlinkClick r:id="rId7"/>
              </a:rPr>
              <a:t>://</a:t>
            </a:r>
            <a:r>
              <a:rPr lang="es-ES" sz="2400" dirty="0" smtClean="0">
                <a:latin typeface="Arial" panose="020B0604020202020204" pitchFamily="34" charset="0"/>
                <a:cs typeface="Arial" panose="020B0604020202020204" pitchFamily="34" charset="0"/>
                <a:hlinkClick r:id="rId7"/>
              </a:rPr>
              <a:t>revistas.udea.edu.co/index.php/almamater/article/view/13524</a:t>
            </a:r>
            <a:endParaRPr lang="es-ES" sz="2400" dirty="0" smtClean="0">
              <a:latin typeface="Arial" panose="020B0604020202020204" pitchFamily="34" charset="0"/>
              <a:cs typeface="Arial" panose="020B0604020202020204" pitchFamily="34" charset="0"/>
            </a:endParaRPr>
          </a:p>
          <a:p>
            <a:pPr marL="450215" indent="-450215">
              <a:spcAft>
                <a:spcPts val="800"/>
              </a:spcAft>
            </a:pPr>
            <a:r>
              <a:rPr lang="es-ES" sz="2400" dirty="0" smtClean="0">
                <a:latin typeface="Arial" panose="020B0604020202020204" pitchFamily="34" charset="0"/>
                <a:cs typeface="Arial" panose="020B0604020202020204" pitchFamily="34" charset="0"/>
              </a:rPr>
              <a:t> </a:t>
            </a:r>
            <a:endParaRPr lang="es-ES" sz="2400" dirty="0">
              <a:latin typeface="Arial" panose="020B0604020202020204" pitchFamily="34" charset="0"/>
              <a:cs typeface="Arial" panose="020B0604020202020204" pitchFamily="34" charset="0"/>
            </a:endParaRPr>
          </a:p>
          <a:p>
            <a:pPr marL="450215" indent="-450215">
              <a:spcAft>
                <a:spcPts val="800"/>
              </a:spcAft>
            </a:pPr>
            <a:r>
              <a:rPr lang="es-MX" sz="2400" dirty="0" smtClean="0">
                <a:latin typeface="Arial" panose="020B0604020202020204" pitchFamily="34" charset="0"/>
                <a:cs typeface="Arial" panose="020B0604020202020204" pitchFamily="34" charset="0"/>
              </a:rPr>
              <a:t>Heine</a:t>
            </a:r>
            <a:r>
              <a:rPr lang="es-MX" sz="2400" dirty="0">
                <a:latin typeface="Arial" panose="020B0604020202020204" pitchFamily="34" charset="0"/>
                <a:cs typeface="Arial" panose="020B0604020202020204" pitchFamily="34" charset="0"/>
              </a:rPr>
              <a:t>, C. (1997). El impresionismo musical en tres obras para piano de compositores españoles: Vicente Arregui (1902), Salvador </a:t>
            </a:r>
            <a:r>
              <a:rPr lang="es-MX" sz="2400" dirty="0" err="1">
                <a:latin typeface="Arial" panose="020B0604020202020204" pitchFamily="34" charset="0"/>
                <a:cs typeface="Arial" panose="020B0604020202020204" pitchFamily="34" charset="0"/>
              </a:rPr>
              <a:t>Bacarisse</a:t>
            </a:r>
            <a:r>
              <a:rPr lang="es-MX" sz="2400" dirty="0">
                <a:latin typeface="Arial" panose="020B0604020202020204" pitchFamily="34" charset="0"/>
                <a:cs typeface="Arial" panose="020B0604020202020204" pitchFamily="34" charset="0"/>
              </a:rPr>
              <a:t> (1922) y Joaquín </a:t>
            </a:r>
            <a:r>
              <a:rPr lang="es-MX" sz="2400" dirty="0" err="1">
                <a:latin typeface="Arial" panose="020B0604020202020204" pitchFamily="34" charset="0"/>
                <a:cs typeface="Arial" panose="020B0604020202020204" pitchFamily="34" charset="0"/>
              </a:rPr>
              <a:t>Turina</a:t>
            </a:r>
            <a:r>
              <a:rPr lang="es-MX" sz="2400" dirty="0">
                <a:latin typeface="Arial" panose="020B0604020202020204" pitchFamily="34" charset="0"/>
                <a:cs typeface="Arial" panose="020B0604020202020204" pitchFamily="34" charset="0"/>
              </a:rPr>
              <a:t> (1930). </a:t>
            </a:r>
            <a:r>
              <a:rPr lang="es-MX" sz="2400" i="1" dirty="0">
                <a:latin typeface="Arial" panose="020B0604020202020204" pitchFamily="34" charset="0"/>
                <a:cs typeface="Arial" panose="020B0604020202020204" pitchFamily="34" charset="0"/>
              </a:rPr>
              <a:t>Anuario Musical</a:t>
            </a:r>
            <a:r>
              <a:rPr lang="es-MX" sz="2400" dirty="0">
                <a:latin typeface="Arial" panose="020B0604020202020204" pitchFamily="34" charset="0"/>
                <a:cs typeface="Arial" panose="020B0604020202020204" pitchFamily="34" charset="0"/>
              </a:rPr>
              <a:t>, (52), 173-200. </a:t>
            </a:r>
            <a:r>
              <a:rPr lang="es-MX" sz="2400" dirty="0" smtClean="0">
                <a:latin typeface="Arial" panose="020B0604020202020204" pitchFamily="34" charset="0"/>
                <a:cs typeface="Arial" panose="020B0604020202020204" pitchFamily="34" charset="0"/>
                <a:hlinkClick r:id="rId8"/>
              </a:rPr>
              <a:t>https</a:t>
            </a:r>
            <a:r>
              <a:rPr lang="es-MX" sz="2400" dirty="0">
                <a:latin typeface="Arial" panose="020B0604020202020204" pitchFamily="34" charset="0"/>
                <a:cs typeface="Arial" panose="020B0604020202020204" pitchFamily="34" charset="0"/>
                <a:hlinkClick r:id="rId8"/>
              </a:rPr>
              <a:t>://anuariomusical.revistas.csic.es/index.php/anuariomusical/article/view/294</a:t>
            </a:r>
            <a:r>
              <a:rPr lang="es-MX" sz="2400" dirty="0">
                <a:latin typeface="Arial" panose="020B0604020202020204" pitchFamily="34" charset="0"/>
                <a:cs typeface="Arial" panose="020B0604020202020204" pitchFamily="34" charset="0"/>
              </a:rPr>
              <a:t> </a:t>
            </a:r>
          </a:p>
          <a:p>
            <a:pPr marL="450215" indent="-450215">
              <a:spcAft>
                <a:spcPts val="800"/>
              </a:spcAft>
            </a:pPr>
            <a:endParaRPr lang="es-MX" sz="2400" dirty="0">
              <a:latin typeface="Arial" panose="020B0604020202020204" pitchFamily="34" charset="0"/>
              <a:cs typeface="Arial" panose="020B0604020202020204" pitchFamily="34" charset="0"/>
            </a:endParaRPr>
          </a:p>
          <a:p>
            <a:pPr marL="450215" indent="-450215">
              <a:spcAft>
                <a:spcPts val="800"/>
              </a:spcAft>
            </a:pPr>
            <a:r>
              <a:rPr lang="es-MX" sz="2400" dirty="0" err="1">
                <a:latin typeface="Arial" panose="020B0604020202020204" pitchFamily="34" charset="0"/>
                <a:cs typeface="Arial" panose="020B0604020202020204" pitchFamily="34" charset="0"/>
              </a:rPr>
              <a:t>Orringer</a:t>
            </a:r>
            <a:r>
              <a:rPr lang="es-MX" sz="2400" dirty="0">
                <a:latin typeface="Arial" panose="020B0604020202020204" pitchFamily="34" charset="0"/>
                <a:cs typeface="Arial" panose="020B0604020202020204" pitchFamily="34" charset="0"/>
              </a:rPr>
              <a:t>, N. R. (2019). La estancia de Maurice Ravel en la comunidad musical de Valencia. </a:t>
            </a:r>
            <a:r>
              <a:rPr lang="es-MX" sz="2400" i="1" dirty="0">
                <a:latin typeface="Arial" panose="020B0604020202020204" pitchFamily="34" charset="0"/>
                <a:cs typeface="Arial" panose="020B0604020202020204" pitchFamily="34" charset="0"/>
              </a:rPr>
              <a:t>Diagonal: An Ibero-American Music Review</a:t>
            </a:r>
            <a:r>
              <a:rPr lang="es-MX" sz="2400" dirty="0">
                <a:latin typeface="Arial" panose="020B0604020202020204" pitchFamily="34" charset="0"/>
                <a:cs typeface="Arial" panose="020B0604020202020204" pitchFamily="34" charset="0"/>
              </a:rPr>
              <a:t>, 4(2). </a:t>
            </a:r>
            <a:r>
              <a:rPr lang="es-MX" sz="2400" dirty="0" smtClean="0">
                <a:latin typeface="Arial" panose="020B0604020202020204" pitchFamily="34" charset="0"/>
                <a:cs typeface="Arial" panose="020B0604020202020204" pitchFamily="34" charset="0"/>
                <a:hlinkClick r:id="rId9"/>
              </a:rPr>
              <a:t>https</a:t>
            </a:r>
            <a:r>
              <a:rPr lang="es-MX" sz="2400" dirty="0">
                <a:latin typeface="Arial" panose="020B0604020202020204" pitchFamily="34" charset="0"/>
                <a:cs typeface="Arial" panose="020B0604020202020204" pitchFamily="34" charset="0"/>
                <a:hlinkClick r:id="rId9"/>
              </a:rPr>
              <a:t>://escholarship.org/content/qt49c6961k/qt49c6961k.pdf</a:t>
            </a:r>
            <a:r>
              <a:rPr lang="es-MX" sz="2400" dirty="0">
                <a:latin typeface="Arial" panose="020B0604020202020204" pitchFamily="34" charset="0"/>
                <a:cs typeface="Arial" panose="020B0604020202020204" pitchFamily="34" charset="0"/>
              </a:rPr>
              <a:t> </a:t>
            </a:r>
          </a:p>
          <a:p>
            <a:pPr marL="450215" indent="-450215">
              <a:spcAft>
                <a:spcPts val="800"/>
              </a:spcAft>
            </a:pPr>
            <a:endParaRPr lang="es-MX" sz="2400" dirty="0">
              <a:latin typeface="Arial" panose="020B0604020202020204" pitchFamily="34" charset="0"/>
              <a:cs typeface="Arial" panose="020B0604020202020204" pitchFamily="34" charset="0"/>
            </a:endParaRPr>
          </a:p>
          <a:p>
            <a:pPr marL="450215" indent="-450215">
              <a:spcAft>
                <a:spcPts val="800"/>
              </a:spcAft>
            </a:pPr>
            <a:r>
              <a:rPr lang="es-MX" sz="2400" dirty="0">
                <a:latin typeface="Arial" panose="020B0604020202020204" pitchFamily="34" charset="0"/>
                <a:cs typeface="Arial" panose="020B0604020202020204" pitchFamily="34" charset="0"/>
              </a:rPr>
              <a:t>Pérez, I. M. (2013). La estética musical de los Nocturnos de Chopin. </a:t>
            </a:r>
            <a:r>
              <a:rPr lang="es-MX" sz="2400" i="1" dirty="0">
                <a:latin typeface="Arial" panose="020B0604020202020204" pitchFamily="34" charset="0"/>
                <a:cs typeface="Arial" panose="020B0604020202020204" pitchFamily="34" charset="0"/>
              </a:rPr>
              <a:t>Sinfonía Virtual: Revista de Música Clásica y Reflexión Musical, </a:t>
            </a:r>
            <a:r>
              <a:rPr lang="es-MX" sz="2400" dirty="0">
                <a:latin typeface="Arial" panose="020B0604020202020204" pitchFamily="34" charset="0"/>
                <a:cs typeface="Arial" panose="020B0604020202020204" pitchFamily="34" charset="0"/>
              </a:rPr>
              <a:t>(24), 6. </a:t>
            </a:r>
            <a:r>
              <a:rPr lang="es-MX" sz="2400" dirty="0" smtClean="0">
                <a:latin typeface="Arial" panose="020B0604020202020204" pitchFamily="34" charset="0"/>
                <a:cs typeface="Arial" panose="020B0604020202020204" pitchFamily="34" charset="0"/>
                <a:hlinkClick r:id="rId10"/>
              </a:rPr>
              <a:t>http</a:t>
            </a:r>
            <a:r>
              <a:rPr lang="es-MX" sz="2400" dirty="0">
                <a:latin typeface="Arial" panose="020B0604020202020204" pitchFamily="34" charset="0"/>
                <a:cs typeface="Arial" panose="020B0604020202020204" pitchFamily="34" charset="0"/>
                <a:hlinkClick r:id="rId10"/>
              </a:rPr>
              <a:t>://www.sinfoniavirtual.com/revista/024/estetica_nocturnos_chopin.pdf</a:t>
            </a:r>
            <a:r>
              <a:rPr lang="es-MX" sz="2400" dirty="0">
                <a:highlight>
                  <a:srgbClr val="00FFFF"/>
                </a:highlight>
                <a:latin typeface="Arial"/>
                <a:ea typeface="Calibri" panose="020F0502020204030204" pitchFamily="34" charset="0"/>
                <a:cs typeface="Arial"/>
              </a:rPr>
              <a:t> </a:t>
            </a:r>
            <a:endParaRPr lang="es-MX" sz="24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42403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6AC4FB42-EB17-4261-ADE0-4575BBE73E0C}"/>
              </a:ext>
            </a:extLst>
          </p:cNvPr>
          <p:cNvSpPr txBox="1"/>
          <p:nvPr/>
        </p:nvSpPr>
        <p:spPr>
          <a:xfrm>
            <a:off x="1188720" y="1680587"/>
            <a:ext cx="17421860" cy="11131252"/>
          </a:xfrm>
          <a:prstGeom prst="rect">
            <a:avLst/>
          </a:prstGeom>
          <a:noFill/>
        </p:spPr>
        <p:txBody>
          <a:bodyPr wrap="square" lIns="91440" tIns="45720" rIns="91440" bIns="45720" anchor="t">
            <a:spAutoFit/>
          </a:bodyPr>
          <a:lstStyle/>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Ramírez, A. (2010). Debussy: otro camino al atonalismo. </a:t>
            </a:r>
            <a:r>
              <a:rPr lang="es-MX" sz="2400" i="1" dirty="0">
                <a:solidFill>
                  <a:srgbClr val="000000"/>
                </a:solidFill>
                <a:latin typeface="Arial" panose="020B0604020202020204" pitchFamily="34" charset="0"/>
                <a:cs typeface="Arial" panose="020B0604020202020204" pitchFamily="34" charset="0"/>
              </a:rPr>
              <a:t>Música, cultura y pensamiento,</a:t>
            </a:r>
            <a:r>
              <a:rPr lang="es-MX" sz="2400" dirty="0">
                <a:solidFill>
                  <a:srgbClr val="000000"/>
                </a:solidFill>
                <a:latin typeface="Arial" panose="020B0604020202020204" pitchFamily="34" charset="0"/>
                <a:cs typeface="Arial" panose="020B0604020202020204" pitchFamily="34" charset="0"/>
              </a:rPr>
              <a:t> 2(2), 113123. </a:t>
            </a:r>
            <a:r>
              <a:rPr lang="es-MX" sz="2400" dirty="0" smtClean="0">
                <a:solidFill>
                  <a:srgbClr val="000000"/>
                </a:solidFill>
                <a:latin typeface="Arial" panose="020B0604020202020204" pitchFamily="34" charset="0"/>
                <a:cs typeface="Arial" panose="020B0604020202020204" pitchFamily="34" charset="0"/>
                <a:hlinkClick r:id="rId2"/>
              </a:rPr>
              <a:t>https</a:t>
            </a:r>
            <a:r>
              <a:rPr lang="es-MX" sz="2400" dirty="0">
                <a:solidFill>
                  <a:srgbClr val="000000"/>
                </a:solidFill>
                <a:latin typeface="Arial" panose="020B0604020202020204" pitchFamily="34" charset="0"/>
                <a:cs typeface="Arial" panose="020B0604020202020204" pitchFamily="34" charset="0"/>
                <a:hlinkClick r:id="rId2"/>
              </a:rPr>
              <a:t>://www.academia.edu/30284847/Debussy_otro_camino_al_atonalismo_No2</a:t>
            </a: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err="1">
                <a:solidFill>
                  <a:srgbClr val="000000"/>
                </a:solidFill>
                <a:latin typeface="Arial" panose="020B0604020202020204" pitchFamily="34" charset="0"/>
                <a:cs typeface="Arial" panose="020B0604020202020204" pitchFamily="34" charset="0"/>
              </a:rPr>
              <a:t>Neder</a:t>
            </a:r>
            <a:r>
              <a:rPr lang="es-MX" sz="2400" dirty="0">
                <a:solidFill>
                  <a:srgbClr val="000000"/>
                </a:solidFill>
                <a:latin typeface="Arial" panose="020B0604020202020204" pitchFamily="34" charset="0"/>
                <a:cs typeface="Arial" panose="020B0604020202020204" pitchFamily="34" charset="0"/>
              </a:rPr>
              <a:t> </a:t>
            </a:r>
            <a:r>
              <a:rPr lang="es-MX" sz="2400" dirty="0" err="1">
                <a:solidFill>
                  <a:srgbClr val="000000"/>
                </a:solidFill>
                <a:latin typeface="Arial" panose="020B0604020202020204" pitchFamily="34" charset="0"/>
                <a:cs typeface="Arial" panose="020B0604020202020204" pitchFamily="34" charset="0"/>
              </a:rPr>
              <a:t>Kalil</a:t>
            </a:r>
            <a:r>
              <a:rPr lang="es-MX" sz="2400" dirty="0">
                <a:solidFill>
                  <a:srgbClr val="000000"/>
                </a:solidFill>
                <a:latin typeface="Arial" panose="020B0604020202020204" pitchFamily="34" charset="0"/>
                <a:cs typeface="Arial" panose="020B0604020202020204" pitchFamily="34" charset="0"/>
              </a:rPr>
              <a:t> </a:t>
            </a:r>
            <a:r>
              <a:rPr lang="es-MX" sz="2400" dirty="0" err="1">
                <a:solidFill>
                  <a:srgbClr val="000000"/>
                </a:solidFill>
                <a:latin typeface="Arial" panose="020B0604020202020204" pitchFamily="34" charset="0"/>
                <a:cs typeface="Arial" panose="020B0604020202020204" pitchFamily="34" charset="0"/>
              </a:rPr>
              <a:t>Faure</a:t>
            </a:r>
            <a:r>
              <a:rPr lang="es-MX" sz="2400" dirty="0">
                <a:solidFill>
                  <a:srgbClr val="000000"/>
                </a:solidFill>
                <a:latin typeface="Arial" panose="020B0604020202020204" pitchFamily="34" charset="0"/>
                <a:cs typeface="Arial" panose="020B0604020202020204" pitchFamily="34" charset="0"/>
              </a:rPr>
              <a:t>, J. (2021). </a:t>
            </a:r>
            <a:r>
              <a:rPr lang="es-MX" sz="2400" i="1" dirty="0">
                <a:solidFill>
                  <a:srgbClr val="000000"/>
                </a:solidFill>
                <a:latin typeface="Arial" panose="020B0604020202020204" pitchFamily="34" charset="0"/>
                <a:cs typeface="Arial" panose="020B0604020202020204" pitchFamily="34" charset="0"/>
              </a:rPr>
              <a:t>“Le </a:t>
            </a:r>
            <a:r>
              <a:rPr lang="es-MX" sz="2400" i="1" dirty="0" err="1">
                <a:solidFill>
                  <a:srgbClr val="000000"/>
                </a:solidFill>
                <a:latin typeface="Arial" panose="020B0604020202020204" pitchFamily="34" charset="0"/>
                <a:cs typeface="Arial" panose="020B0604020202020204" pitchFamily="34" charset="0"/>
              </a:rPr>
              <a:t>Tombeau</a:t>
            </a:r>
            <a:r>
              <a:rPr lang="es-MX" sz="2400" i="1" dirty="0">
                <a:solidFill>
                  <a:srgbClr val="000000"/>
                </a:solidFill>
                <a:latin typeface="Arial" panose="020B0604020202020204" pitchFamily="34" charset="0"/>
                <a:cs typeface="Arial" panose="020B0604020202020204" pitchFamily="34" charset="0"/>
              </a:rPr>
              <a:t> de </a:t>
            </a:r>
            <a:r>
              <a:rPr lang="es-MX" sz="2400" i="1" dirty="0" err="1">
                <a:solidFill>
                  <a:srgbClr val="000000"/>
                </a:solidFill>
                <a:latin typeface="Arial" panose="020B0604020202020204" pitchFamily="34" charset="0"/>
                <a:cs typeface="Arial" panose="020B0604020202020204" pitchFamily="34" charset="0"/>
              </a:rPr>
              <a:t>Couperin</a:t>
            </a:r>
            <a:r>
              <a:rPr lang="es-MX" sz="2400" i="1" dirty="0">
                <a:solidFill>
                  <a:srgbClr val="000000"/>
                </a:solidFill>
                <a:latin typeface="Arial" panose="020B0604020202020204" pitchFamily="34" charset="0"/>
                <a:cs typeface="Arial" panose="020B0604020202020204" pitchFamily="34" charset="0"/>
              </a:rPr>
              <a:t>” de Maurice Ravel: Desde la obra para piano hasta la obra para orquesta. </a:t>
            </a:r>
            <a:r>
              <a:rPr lang="es-MX" sz="2400" dirty="0">
                <a:solidFill>
                  <a:srgbClr val="000000"/>
                </a:solidFill>
                <a:latin typeface="Arial" panose="020B0604020202020204" pitchFamily="34" charset="0"/>
                <a:cs typeface="Arial" panose="020B0604020202020204" pitchFamily="34" charset="0"/>
              </a:rPr>
              <a:t>Universidad Nacional de Colombia.  </a:t>
            </a:r>
            <a:r>
              <a:rPr lang="es-MX" sz="2400" dirty="0">
                <a:solidFill>
                  <a:srgbClr val="000000"/>
                </a:solidFill>
                <a:latin typeface="Arial" panose="020B0604020202020204" pitchFamily="34" charset="0"/>
                <a:cs typeface="Arial" panose="020B0604020202020204" pitchFamily="34" charset="0"/>
                <a:hlinkClick r:id="rId3"/>
              </a:rPr>
              <a:t>https://repositorio.unal.edu.co/handle/unal/79388</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Revoredo, M. S. M. (2019). Paralelismo conceptual entre el Impresionismo pictórico y la composición musical de Claude Debussy. </a:t>
            </a:r>
            <a:r>
              <a:rPr lang="es-MX" sz="2400" i="1" dirty="0">
                <a:solidFill>
                  <a:srgbClr val="000000"/>
                </a:solidFill>
                <a:latin typeface="Arial" panose="020B0604020202020204" pitchFamily="34" charset="0"/>
                <a:cs typeface="Arial" panose="020B0604020202020204" pitchFamily="34" charset="0"/>
              </a:rPr>
              <a:t>Antec: Revista Peruana de Investigación Musical</a:t>
            </a:r>
            <a:r>
              <a:rPr lang="es-MX" sz="2400" dirty="0">
                <a:solidFill>
                  <a:srgbClr val="000000"/>
                </a:solidFill>
                <a:latin typeface="Arial" panose="020B0604020202020204" pitchFamily="34" charset="0"/>
                <a:cs typeface="Arial" panose="020B0604020202020204" pitchFamily="34" charset="0"/>
              </a:rPr>
              <a:t>, 1(2), 43-58. </a:t>
            </a:r>
            <a:r>
              <a:rPr lang="es-MX" sz="2400" dirty="0" smtClean="0">
                <a:solidFill>
                  <a:srgbClr val="000000"/>
                </a:solidFill>
                <a:latin typeface="Arial" panose="020B0604020202020204" pitchFamily="34" charset="0"/>
                <a:cs typeface="Arial" panose="020B0604020202020204" pitchFamily="34" charset="0"/>
                <a:hlinkClick r:id="rId4"/>
              </a:rPr>
              <a:t>http</a:t>
            </a:r>
            <a:r>
              <a:rPr lang="es-MX" sz="2400" dirty="0">
                <a:solidFill>
                  <a:srgbClr val="000000"/>
                </a:solidFill>
                <a:latin typeface="Arial" panose="020B0604020202020204" pitchFamily="34" charset="0"/>
                <a:cs typeface="Arial" panose="020B0604020202020204" pitchFamily="34" charset="0"/>
                <a:hlinkClick r:id="rId4"/>
              </a:rPr>
              <a:t>://</a:t>
            </a:r>
            <a:r>
              <a:rPr lang="es-MX" sz="2400" dirty="0" smtClean="0">
                <a:solidFill>
                  <a:srgbClr val="000000"/>
                </a:solidFill>
                <a:latin typeface="Arial" panose="020B0604020202020204" pitchFamily="34" charset="0"/>
                <a:cs typeface="Arial" panose="020B0604020202020204" pitchFamily="34" charset="0"/>
                <a:hlinkClick r:id="rId4"/>
              </a:rPr>
              <a:t>revistas.unm.edu.pe/index.php/Antec/article/view/15/11</a:t>
            </a:r>
            <a:endParaRPr lang="es-MX" sz="2400" dirty="0" smtClean="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Rodríguez</a:t>
            </a:r>
            <a:r>
              <a:rPr lang="es-MX" sz="2400" dirty="0">
                <a:solidFill>
                  <a:srgbClr val="000000"/>
                </a:solidFill>
                <a:latin typeface="Arial" panose="020B0604020202020204" pitchFamily="34" charset="0"/>
                <a:cs typeface="Arial" panose="020B0604020202020204" pitchFamily="34" charset="0"/>
              </a:rPr>
              <a:t>, R. (2010). La catedral sumergida de </a:t>
            </a:r>
            <a:r>
              <a:rPr lang="es-MX" sz="2400" dirty="0" err="1">
                <a:solidFill>
                  <a:srgbClr val="000000"/>
                </a:solidFill>
                <a:latin typeface="Arial" panose="020B0604020202020204" pitchFamily="34" charset="0"/>
                <a:cs typeface="Arial" panose="020B0604020202020204" pitchFamily="34" charset="0"/>
              </a:rPr>
              <a:t>Bebussy</a:t>
            </a:r>
            <a:r>
              <a:rPr lang="es-MX" sz="2400" dirty="0">
                <a:solidFill>
                  <a:srgbClr val="000000"/>
                </a:solidFill>
                <a:latin typeface="Arial" panose="020B0604020202020204" pitchFamily="34" charset="0"/>
                <a:cs typeface="Arial" panose="020B0604020202020204" pitchFamily="34" charset="0"/>
              </a:rPr>
              <a:t>: una visión innovadora. ESCENA. </a:t>
            </a:r>
            <a:r>
              <a:rPr lang="es-MX" sz="2400" i="1" dirty="0">
                <a:solidFill>
                  <a:srgbClr val="000000"/>
                </a:solidFill>
                <a:latin typeface="Arial" panose="020B0604020202020204" pitchFamily="34" charset="0"/>
                <a:cs typeface="Arial" panose="020B0604020202020204" pitchFamily="34" charset="0"/>
              </a:rPr>
              <a:t>Revista de las artes</a:t>
            </a:r>
            <a:r>
              <a:rPr lang="es-MX" sz="2400" dirty="0">
                <a:solidFill>
                  <a:srgbClr val="000000"/>
                </a:solidFill>
                <a:latin typeface="Arial" panose="020B0604020202020204" pitchFamily="34" charset="0"/>
                <a:cs typeface="Arial" panose="020B0604020202020204" pitchFamily="34" charset="0"/>
              </a:rPr>
              <a:t>, 66(1). </a:t>
            </a:r>
            <a:r>
              <a:rPr lang="es-MX" sz="2400" dirty="0" smtClean="0">
                <a:solidFill>
                  <a:srgbClr val="000000"/>
                </a:solidFill>
                <a:latin typeface="Arial" panose="020B0604020202020204" pitchFamily="34" charset="0"/>
                <a:cs typeface="Arial" panose="020B0604020202020204" pitchFamily="34" charset="0"/>
                <a:hlinkClick r:id="rId5"/>
              </a:rPr>
              <a:t>https</a:t>
            </a:r>
            <a:r>
              <a:rPr lang="es-MX" sz="2400" dirty="0">
                <a:solidFill>
                  <a:srgbClr val="000000"/>
                </a:solidFill>
                <a:latin typeface="Arial" panose="020B0604020202020204" pitchFamily="34" charset="0"/>
                <a:cs typeface="Arial" panose="020B0604020202020204" pitchFamily="34" charset="0"/>
                <a:hlinkClick r:id="rId5"/>
              </a:rPr>
              <a:t>://revistas.ucr.ac.cr/index.php/escena/article/download/8328/7882</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Sánchez, </a:t>
            </a:r>
            <a:r>
              <a:rPr lang="es-MX" sz="2400" dirty="0">
                <a:solidFill>
                  <a:srgbClr val="000000"/>
                </a:solidFill>
                <a:latin typeface="Arial" panose="020B0604020202020204" pitchFamily="34" charset="0"/>
                <a:cs typeface="Arial" panose="020B0604020202020204" pitchFamily="34" charset="0"/>
              </a:rPr>
              <a:t>S. A. (2013). </a:t>
            </a:r>
            <a:r>
              <a:rPr lang="es-MX" sz="2400" i="1" dirty="0">
                <a:solidFill>
                  <a:srgbClr val="000000"/>
                </a:solidFill>
                <a:latin typeface="Arial" panose="020B0604020202020204" pitchFamily="34" charset="0"/>
                <a:cs typeface="Arial" panose="020B0604020202020204" pitchFamily="34" charset="0"/>
              </a:rPr>
              <a:t>El impresionismo musical y su relación con los aspectos del lenguaje armónico y melódico en la obra de Guillermo Uribe Holguín</a:t>
            </a:r>
            <a:r>
              <a:rPr lang="es-MX" sz="2400" dirty="0">
                <a:solidFill>
                  <a:srgbClr val="000000"/>
                </a:solidFill>
                <a:latin typeface="Arial" panose="020B0604020202020204" pitchFamily="34" charset="0"/>
                <a:cs typeface="Arial" panose="020B0604020202020204" pitchFamily="34" charset="0"/>
              </a:rPr>
              <a:t> (Tesis </a:t>
            </a:r>
            <a:r>
              <a:rPr lang="es-MX" sz="2400" dirty="0" smtClean="0">
                <a:solidFill>
                  <a:srgbClr val="000000"/>
                </a:solidFill>
                <a:latin typeface="Arial" panose="020B0604020202020204" pitchFamily="34" charset="0"/>
                <a:cs typeface="Arial" panose="020B0604020202020204" pitchFamily="34" charset="0"/>
              </a:rPr>
              <a:t>Doctoral). Universidad EAFIT. </a:t>
            </a:r>
            <a:r>
              <a:rPr lang="es-MX" sz="2400" dirty="0" smtClean="0">
                <a:solidFill>
                  <a:srgbClr val="000000"/>
                </a:solidFill>
                <a:latin typeface="Arial" panose="020B0604020202020204" pitchFamily="34" charset="0"/>
                <a:cs typeface="Arial" panose="020B0604020202020204" pitchFamily="34" charset="0"/>
                <a:hlinkClick r:id="rId6"/>
              </a:rPr>
              <a:t>https</a:t>
            </a:r>
            <a:r>
              <a:rPr lang="es-MX" sz="2400" dirty="0">
                <a:solidFill>
                  <a:srgbClr val="000000"/>
                </a:solidFill>
                <a:latin typeface="Arial" panose="020B0604020202020204" pitchFamily="34" charset="0"/>
                <a:cs typeface="Arial" panose="020B0604020202020204" pitchFamily="34" charset="0"/>
                <a:hlinkClick r:id="rId6"/>
              </a:rPr>
              <a:t>://repository.eafit.edu.co/bitstream/handle/10784/2892/SergioAndres_SanchezSuarez_2014.pdf?sequence=1</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Serrano, </a:t>
            </a:r>
            <a:r>
              <a:rPr lang="es-MX" sz="2400" dirty="0">
                <a:solidFill>
                  <a:srgbClr val="000000"/>
                </a:solidFill>
                <a:latin typeface="Arial" panose="020B0604020202020204" pitchFamily="34" charset="0"/>
                <a:cs typeface="Arial" panose="020B0604020202020204" pitchFamily="34" charset="0"/>
              </a:rPr>
              <a:t>P. (2020). </a:t>
            </a:r>
            <a:r>
              <a:rPr lang="es-MX" sz="2400" i="1" dirty="0">
                <a:solidFill>
                  <a:srgbClr val="000000"/>
                </a:solidFill>
                <a:latin typeface="Arial" panose="020B0604020202020204" pitchFamily="34" charset="0"/>
                <a:cs typeface="Arial" panose="020B0604020202020204" pitchFamily="34" charset="0"/>
              </a:rPr>
              <a:t>La influencia silenciada: Paul Dukas y la música española de la Edad de Plata. </a:t>
            </a:r>
            <a:r>
              <a:rPr lang="es-MX" sz="2400" dirty="0" smtClean="0">
                <a:solidFill>
                  <a:srgbClr val="000000"/>
                </a:solidFill>
                <a:latin typeface="Arial" panose="020B0604020202020204" pitchFamily="34" charset="0"/>
                <a:cs typeface="Arial" panose="020B0604020202020204" pitchFamily="34" charset="0"/>
              </a:rPr>
              <a:t>Universidad Complutense de Madrid. </a:t>
            </a:r>
            <a:r>
              <a:rPr lang="es-MX" sz="2400" dirty="0" smtClean="0">
                <a:solidFill>
                  <a:srgbClr val="000000"/>
                </a:solidFill>
                <a:latin typeface="Arial" panose="020B0604020202020204" pitchFamily="34" charset="0"/>
                <a:cs typeface="Arial" panose="020B0604020202020204" pitchFamily="34" charset="0"/>
                <a:hlinkClick r:id="rId7"/>
              </a:rPr>
              <a:t>https</a:t>
            </a:r>
            <a:r>
              <a:rPr lang="es-MX" sz="2400" dirty="0">
                <a:solidFill>
                  <a:srgbClr val="000000"/>
                </a:solidFill>
                <a:latin typeface="Arial" panose="020B0604020202020204" pitchFamily="34" charset="0"/>
                <a:cs typeface="Arial" panose="020B0604020202020204" pitchFamily="34" charset="0"/>
                <a:hlinkClick r:id="rId7"/>
              </a:rPr>
              <a:t>://eprints.ucm.es/id/eprint/59361/</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smtClean="0">
                <a:solidFill>
                  <a:srgbClr val="000000"/>
                </a:solidFill>
                <a:latin typeface="Arial" panose="020B0604020202020204" pitchFamily="34" charset="0"/>
                <a:cs typeface="Arial" panose="020B0604020202020204" pitchFamily="34" charset="0"/>
              </a:rPr>
              <a:t>Valdebenito, </a:t>
            </a:r>
            <a:r>
              <a:rPr lang="es-MX" sz="2400" dirty="0">
                <a:solidFill>
                  <a:srgbClr val="000000"/>
                </a:solidFill>
                <a:latin typeface="Arial" panose="020B0604020202020204" pitchFamily="34" charset="0"/>
                <a:cs typeface="Arial" panose="020B0604020202020204" pitchFamily="34" charset="0"/>
              </a:rPr>
              <a:t>L. (2019). La subversión musical de Erik </a:t>
            </a:r>
            <a:r>
              <a:rPr lang="es-MX" sz="2400" dirty="0" err="1">
                <a:solidFill>
                  <a:srgbClr val="000000"/>
                </a:solidFill>
                <a:latin typeface="Arial" panose="020B0604020202020204" pitchFamily="34" charset="0"/>
                <a:cs typeface="Arial" panose="020B0604020202020204" pitchFamily="34" charset="0"/>
              </a:rPr>
              <a:t>Satie</a:t>
            </a:r>
            <a:r>
              <a:rPr lang="es-MX" sz="2400" dirty="0">
                <a:solidFill>
                  <a:srgbClr val="000000"/>
                </a:solidFill>
                <a:latin typeface="Arial" panose="020B0604020202020204" pitchFamily="34" charset="0"/>
                <a:cs typeface="Arial" panose="020B0604020202020204" pitchFamily="34" charset="0"/>
              </a:rPr>
              <a:t> por medio del pensamiento cínico. </a:t>
            </a:r>
            <a:r>
              <a:rPr lang="es-MX" sz="2400" i="1" dirty="0">
                <a:solidFill>
                  <a:srgbClr val="000000"/>
                </a:solidFill>
                <a:latin typeface="Arial" panose="020B0604020202020204" pitchFamily="34" charset="0"/>
                <a:cs typeface="Arial" panose="020B0604020202020204" pitchFamily="34" charset="0"/>
              </a:rPr>
              <a:t>Revista musical chilena</a:t>
            </a:r>
            <a:r>
              <a:rPr lang="es-MX" sz="2400" dirty="0">
                <a:solidFill>
                  <a:srgbClr val="000000"/>
                </a:solidFill>
                <a:latin typeface="Arial" panose="020B0604020202020204" pitchFamily="34" charset="0"/>
                <a:cs typeface="Arial" panose="020B0604020202020204" pitchFamily="34" charset="0"/>
              </a:rPr>
              <a:t>, 73(231), 98-119. </a:t>
            </a:r>
            <a:r>
              <a:rPr lang="es-MX" sz="2400" dirty="0" smtClean="0">
                <a:solidFill>
                  <a:srgbClr val="000000"/>
                </a:solidFill>
                <a:latin typeface="Arial" panose="020B0604020202020204" pitchFamily="34" charset="0"/>
                <a:cs typeface="Arial" panose="020B0604020202020204" pitchFamily="34" charset="0"/>
                <a:hlinkClick r:id="rId8"/>
              </a:rPr>
              <a:t>https</a:t>
            </a:r>
            <a:r>
              <a:rPr lang="es-MX" sz="2400" dirty="0">
                <a:solidFill>
                  <a:srgbClr val="000000"/>
                </a:solidFill>
                <a:latin typeface="Arial" panose="020B0604020202020204" pitchFamily="34" charset="0"/>
                <a:cs typeface="Arial" panose="020B0604020202020204" pitchFamily="34" charset="0"/>
                <a:hlinkClick r:id="rId8"/>
              </a:rPr>
              <a:t>://scielo.conicyt.cl/scielo.php?pid=S0716-27902019000100098&amp;script=sci_arttext</a:t>
            </a:r>
            <a:r>
              <a:rPr lang="es-MX" sz="2400" dirty="0">
                <a:solidFill>
                  <a:srgbClr val="000000"/>
                </a:solidFill>
                <a:latin typeface="Arial" panose="020B0604020202020204" pitchFamily="34" charset="0"/>
                <a:cs typeface="Arial" panose="020B0604020202020204" pitchFamily="34" charset="0"/>
              </a:rPr>
              <a:t> </a:t>
            </a:r>
          </a:p>
          <a:p>
            <a:pPr marL="450215" indent="-450215">
              <a:spcAft>
                <a:spcPts val="800"/>
              </a:spcAft>
            </a:pPr>
            <a:endParaRPr lang="es-MX" sz="2400" dirty="0">
              <a:solidFill>
                <a:srgbClr val="000000"/>
              </a:solidFill>
              <a:latin typeface="Arial" panose="020B0604020202020204" pitchFamily="34" charset="0"/>
              <a:cs typeface="Arial" panose="020B0604020202020204" pitchFamily="34" charset="0"/>
            </a:endParaRPr>
          </a:p>
          <a:p>
            <a:pPr marL="450215" indent="-450215">
              <a:spcAft>
                <a:spcPts val="800"/>
              </a:spcAft>
            </a:pPr>
            <a:r>
              <a:rPr lang="es-MX" sz="2400" dirty="0">
                <a:solidFill>
                  <a:srgbClr val="000000"/>
                </a:solidFill>
                <a:latin typeface="Arial" panose="020B0604020202020204" pitchFamily="34" charset="0"/>
                <a:cs typeface="Arial" panose="020B0604020202020204" pitchFamily="34" charset="0"/>
              </a:rPr>
              <a:t>Venegas, M. M. (2005). </a:t>
            </a:r>
            <a:r>
              <a:rPr lang="es-MX" sz="2400" dirty="0" smtClean="0">
                <a:solidFill>
                  <a:srgbClr val="000000"/>
                </a:solidFill>
                <a:latin typeface="Arial" panose="020B0604020202020204" pitchFamily="34" charset="0"/>
                <a:cs typeface="Arial" panose="020B0604020202020204" pitchFamily="34" charset="0"/>
              </a:rPr>
              <a:t>La “fantasía </a:t>
            </a:r>
            <a:r>
              <a:rPr lang="es-MX" sz="2400" dirty="0">
                <a:solidFill>
                  <a:srgbClr val="000000"/>
                </a:solidFill>
                <a:latin typeface="Arial" panose="020B0604020202020204" pitchFamily="34" charset="0"/>
                <a:cs typeface="Arial" panose="020B0604020202020204" pitchFamily="34" charset="0"/>
              </a:rPr>
              <a:t>baética" de Manuel de Falla: Nacionalismo musical español y universalismo en el siglo XX. </a:t>
            </a:r>
            <a:r>
              <a:rPr lang="es-MX" sz="2400" i="1" dirty="0">
                <a:solidFill>
                  <a:srgbClr val="000000"/>
                </a:solidFill>
                <a:latin typeface="Arial" panose="020B0604020202020204" pitchFamily="34" charset="0"/>
                <a:cs typeface="Arial" panose="020B0604020202020204" pitchFamily="34" charset="0"/>
              </a:rPr>
              <a:t>Káñina</a:t>
            </a:r>
            <a:r>
              <a:rPr lang="es-MX" sz="2400" i="1" dirty="0" smtClean="0">
                <a:solidFill>
                  <a:srgbClr val="000000"/>
                </a:solidFill>
                <a:latin typeface="Arial" panose="020B0604020202020204" pitchFamily="34" charset="0"/>
                <a:cs typeface="Arial" panose="020B0604020202020204" pitchFamily="34" charset="0"/>
              </a:rPr>
              <a:t>, Revista Artes y Letras,</a:t>
            </a:r>
            <a:r>
              <a:rPr lang="es-MX" sz="2400" dirty="0">
                <a:solidFill>
                  <a:srgbClr val="000000"/>
                </a:solidFill>
                <a:latin typeface="Arial" panose="020B0604020202020204" pitchFamily="34" charset="0"/>
                <a:cs typeface="Arial" panose="020B0604020202020204" pitchFamily="34" charset="0"/>
              </a:rPr>
              <a:t> 29(2). </a:t>
            </a:r>
            <a:r>
              <a:rPr lang="es-MX" sz="2400" dirty="0" smtClean="0">
                <a:solidFill>
                  <a:srgbClr val="000000"/>
                </a:solidFill>
                <a:latin typeface="Arial" panose="020B0604020202020204" pitchFamily="34" charset="0"/>
                <a:cs typeface="Arial" panose="020B0604020202020204" pitchFamily="34" charset="0"/>
                <a:hlinkClick r:id="rId9"/>
              </a:rPr>
              <a:t>https</a:t>
            </a:r>
            <a:r>
              <a:rPr lang="es-MX" sz="2400" dirty="0">
                <a:solidFill>
                  <a:srgbClr val="000000"/>
                </a:solidFill>
                <a:latin typeface="Arial" panose="020B0604020202020204" pitchFamily="34" charset="0"/>
                <a:cs typeface="Arial" panose="020B0604020202020204" pitchFamily="34" charset="0"/>
                <a:hlinkClick r:id="rId9"/>
              </a:rPr>
              <a:t>://revistas.ucr.ac.cr/index.php/kanina/article/download/4677/4491/</a:t>
            </a:r>
            <a:r>
              <a:rPr lang="es-MX" sz="2400" dirty="0">
                <a:solidFill>
                  <a:srgbClr val="00000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21328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6B1E42CC-D50D-43A9-A3C6-0A732FA27872}"/>
              </a:ext>
            </a:extLst>
          </p:cNvPr>
          <p:cNvSpPr txBox="1"/>
          <p:nvPr/>
        </p:nvSpPr>
        <p:spPr>
          <a:xfrm>
            <a:off x="990600" y="1471762"/>
            <a:ext cx="18196560" cy="14373165"/>
          </a:xfrm>
          <a:prstGeom prst="rect">
            <a:avLst/>
          </a:prstGeom>
          <a:noFill/>
        </p:spPr>
        <p:txBody>
          <a:bodyPr wrap="square" lIns="91440" tIns="45720" rIns="91440" bIns="45720" anchor="t">
            <a:spAutoFit/>
          </a:bodyPr>
          <a:lstStyle/>
          <a:p>
            <a:endParaRPr lang="es-MX" sz="2200" dirty="0">
              <a:latin typeface="Arial" panose="020B0604020202020204" pitchFamily="34" charset="0"/>
              <a:cs typeface="Arial" panose="020B0604020202020204" pitchFamily="34" charset="0"/>
            </a:endParaRPr>
          </a:p>
          <a:p>
            <a:r>
              <a:rPr lang="es-MX" sz="2200" b="1" dirty="0">
                <a:effectLst/>
                <a:latin typeface="Arial" panose="020B0604020202020204" pitchFamily="34" charset="0"/>
                <a:ea typeface="Arial" panose="020B0604020202020204" pitchFamily="34" charset="0"/>
                <a:cs typeface="Arial" panose="020B0604020202020204" pitchFamily="34" charset="0"/>
              </a:rPr>
              <a:t>1</a:t>
            </a:r>
            <a:r>
              <a:rPr lang="es-MX" sz="2200" dirty="0" smtClean="0">
                <a:latin typeface="Arial" panose="020B0604020202020204" pitchFamily="34" charset="0"/>
                <a:ea typeface="Arial" panose="020B0604020202020204" pitchFamily="34" charset="0"/>
                <a:cs typeface="Arial" panose="020B0604020202020204" pitchFamily="34" charset="0"/>
              </a:rPr>
              <a:t>.</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El concierto para Arpa y Flauta de Mozart es una muestra de la maestría del compositor y en muchos sentidos es una representación de la música clásica.</a:t>
            </a:r>
          </a:p>
          <a:p>
            <a:pPr marL="342900" indent="-342900">
              <a:buFont typeface="Wingdings" panose="05000000000000000000" pitchFamily="2" charset="2"/>
              <a:buChar char="Ø"/>
            </a:pPr>
            <a:r>
              <a:rPr lang="es-MX" sz="2200" dirty="0">
                <a:latin typeface="Arial" panose="020B0604020202020204" pitchFamily="34" charset="0"/>
                <a:ea typeface="Arial" panose="020B0604020202020204" pitchFamily="34" charset="0"/>
                <a:cs typeface="Arial" panose="020B0604020202020204" pitchFamily="34" charset="0"/>
              </a:rPr>
              <a:t>Mozart, W. A. (2003). </a:t>
            </a:r>
            <a:r>
              <a:rPr lang="es-MX" sz="2200" dirty="0" err="1">
                <a:latin typeface="Arial" panose="020B0604020202020204" pitchFamily="34" charset="0"/>
                <a:ea typeface="Arial" panose="020B0604020202020204" pitchFamily="34" charset="0"/>
                <a:cs typeface="Arial" panose="020B0604020202020204" pitchFamily="34" charset="0"/>
              </a:rPr>
              <a:t>Concerto</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for</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Flute</a:t>
            </a:r>
            <a:r>
              <a:rPr lang="es-MX" sz="2200" dirty="0">
                <a:latin typeface="Arial" panose="020B0604020202020204" pitchFamily="34" charset="0"/>
                <a:ea typeface="Arial" panose="020B0604020202020204" pitchFamily="34" charset="0"/>
                <a:cs typeface="Arial" panose="020B0604020202020204" pitchFamily="34" charset="0"/>
              </a:rPr>
              <a:t> and </a:t>
            </a:r>
            <a:r>
              <a:rPr lang="es-MX" sz="2200" dirty="0" err="1">
                <a:latin typeface="Arial" panose="020B0604020202020204" pitchFamily="34" charset="0"/>
                <a:ea typeface="Arial" panose="020B0604020202020204" pitchFamily="34" charset="0"/>
                <a:cs typeface="Arial" panose="020B0604020202020204" pitchFamily="34" charset="0"/>
              </a:rPr>
              <a:t>Harp</a:t>
            </a:r>
            <a:r>
              <a:rPr lang="es-MX" sz="2200" dirty="0">
                <a:latin typeface="Arial" panose="020B0604020202020204" pitchFamily="34" charset="0"/>
                <a:ea typeface="Arial" panose="020B0604020202020204" pitchFamily="34" charset="0"/>
                <a:cs typeface="Arial" panose="020B0604020202020204" pitchFamily="34" charset="0"/>
              </a:rPr>
              <a:t> in C </a:t>
            </a:r>
            <a:r>
              <a:rPr lang="es-MX" sz="2200" dirty="0" err="1">
                <a:latin typeface="Arial" panose="020B0604020202020204" pitchFamily="34" charset="0"/>
                <a:ea typeface="Arial" panose="020B0604020202020204" pitchFamily="34" charset="0"/>
                <a:cs typeface="Arial" panose="020B0604020202020204" pitchFamily="34" charset="0"/>
              </a:rPr>
              <a:t>Major</a:t>
            </a:r>
            <a:r>
              <a:rPr lang="es-MX" sz="2200" dirty="0">
                <a:latin typeface="Arial" panose="020B0604020202020204" pitchFamily="34" charset="0"/>
                <a:ea typeface="Arial" panose="020B0604020202020204" pitchFamily="34" charset="0"/>
                <a:cs typeface="Arial" panose="020B0604020202020204" pitchFamily="34" charset="0"/>
              </a:rPr>
              <a:t>, K. 299, II. Andantino [obra grabada por </a:t>
            </a:r>
            <a:r>
              <a:rPr lang="es-MX" sz="2200" dirty="0" err="1">
                <a:latin typeface="Arial" panose="020B0604020202020204" pitchFamily="34" charset="0"/>
                <a:ea typeface="Arial" panose="020B0604020202020204" pitchFamily="34" charset="0"/>
                <a:cs typeface="Arial" panose="020B0604020202020204" pitchFamily="34" charset="0"/>
              </a:rPr>
              <a:t>Gallois</a:t>
            </a:r>
            <a:r>
              <a:rPr lang="es-MX" sz="2200" dirty="0">
                <a:latin typeface="Arial" panose="020B0604020202020204" pitchFamily="34" charset="0"/>
                <a:ea typeface="Arial" panose="020B0604020202020204" pitchFamily="34" charset="0"/>
                <a:cs typeface="Arial" panose="020B0604020202020204" pitchFamily="34" charset="0"/>
              </a:rPr>
              <a:t>, P., Pierre, F., Shaw, R., y </a:t>
            </a:r>
            <a:r>
              <a:rPr lang="es-MX" sz="2200" dirty="0" err="1">
                <a:latin typeface="Arial" panose="020B0604020202020204" pitchFamily="34" charset="0"/>
                <a:ea typeface="Arial" panose="020B0604020202020204" pitchFamily="34" charset="0"/>
                <a:cs typeface="Arial" panose="020B0604020202020204" pitchFamily="34" charset="0"/>
              </a:rPr>
              <a:t>Swedish</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Chamber</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Orchestra</a:t>
            </a:r>
            <a:r>
              <a:rPr lang="es-MX" sz="2200" dirty="0">
                <a:latin typeface="Arial" panose="020B0604020202020204" pitchFamily="34" charset="0"/>
                <a:ea typeface="Arial" panose="020B0604020202020204" pitchFamily="34" charset="0"/>
                <a:cs typeface="Arial" panose="020B0604020202020204" pitchFamily="34" charset="0"/>
              </a:rPr>
              <a:t>] En </a:t>
            </a:r>
            <a:r>
              <a:rPr lang="es-MX" sz="2200" i="1" dirty="0">
                <a:latin typeface="Arial" panose="020B0604020202020204" pitchFamily="34" charset="0"/>
                <a:ea typeface="Arial" panose="020B0604020202020204" pitchFamily="34" charset="0"/>
                <a:cs typeface="Arial" panose="020B0604020202020204" pitchFamily="34" charset="0"/>
              </a:rPr>
              <a:t>Mozart: </a:t>
            </a:r>
            <a:r>
              <a:rPr lang="es-MX" sz="2200" i="1" dirty="0" err="1">
                <a:latin typeface="Arial" panose="020B0604020202020204" pitchFamily="34" charset="0"/>
                <a:ea typeface="Arial" panose="020B0604020202020204" pitchFamily="34" charset="0"/>
                <a:cs typeface="Arial" panose="020B0604020202020204" pitchFamily="34" charset="0"/>
              </a:rPr>
              <a:t>Flute</a:t>
            </a:r>
            <a:r>
              <a:rPr lang="es-MX" sz="2200" i="1" dirty="0">
                <a:latin typeface="Arial" panose="020B0604020202020204" pitchFamily="34" charset="0"/>
                <a:ea typeface="Arial" panose="020B0604020202020204" pitchFamily="34" charset="0"/>
                <a:cs typeface="Arial" panose="020B0604020202020204" pitchFamily="34" charset="0"/>
              </a:rPr>
              <a:t> </a:t>
            </a:r>
            <a:r>
              <a:rPr lang="es-MX" sz="2200" i="1" dirty="0" err="1">
                <a:latin typeface="Arial" panose="020B0604020202020204" pitchFamily="34" charset="0"/>
                <a:ea typeface="Arial" panose="020B0604020202020204" pitchFamily="34" charset="0"/>
                <a:cs typeface="Arial" panose="020B0604020202020204" pitchFamily="34" charset="0"/>
              </a:rPr>
              <a:t>concertos</a:t>
            </a:r>
            <a:r>
              <a:rPr lang="es-MX" sz="2200" i="1" dirty="0">
                <a:latin typeface="Arial" panose="020B0604020202020204" pitchFamily="34" charset="0"/>
                <a:ea typeface="Arial" panose="020B0604020202020204" pitchFamily="34" charset="0"/>
                <a:cs typeface="Arial" panose="020B0604020202020204" pitchFamily="34" charset="0"/>
              </a:rPr>
              <a:t> nos. 1 and 2 / Concerto for Flute and Harp</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smtClean="0">
                <a:latin typeface="Arial" panose="020B0604020202020204" pitchFamily="34" charset="0"/>
                <a:ea typeface="Arial" panose="020B0604020202020204" pitchFamily="34" charset="0"/>
                <a:cs typeface="Arial" panose="020B0604020202020204" pitchFamily="34" charset="0"/>
              </a:rPr>
              <a:t>Naxos (obra </a:t>
            </a:r>
            <a:r>
              <a:rPr lang="es-MX" sz="2200" dirty="0">
                <a:latin typeface="Arial" panose="020B0604020202020204" pitchFamily="34" charset="0"/>
                <a:ea typeface="Arial" panose="020B0604020202020204" pitchFamily="34" charset="0"/>
                <a:cs typeface="Arial" panose="020B0604020202020204" pitchFamily="34" charset="0"/>
              </a:rPr>
              <a:t>original publicada en 1778)  Track: </a:t>
            </a:r>
            <a:r>
              <a:rPr lang="es-MX" sz="2200" dirty="0" smtClean="0">
                <a:latin typeface="Arial" panose="020B0604020202020204" pitchFamily="34" charset="0"/>
                <a:ea typeface="Arial" panose="020B0604020202020204" pitchFamily="34" charset="0"/>
                <a:cs typeface="Arial" panose="020B0604020202020204" pitchFamily="34" charset="0"/>
              </a:rPr>
              <a:t>5.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Número </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de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catálogo</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8.557011.</a:t>
            </a:r>
            <a:endPar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endParaRPr>
          </a:p>
          <a:p>
            <a:endParaRPr lang="es-MX" sz="2200" dirty="0">
              <a:latin typeface="Arial" panose="020B0604020202020204" pitchFamily="34" charset="0"/>
              <a:ea typeface="Arial" panose="020B0604020202020204" pitchFamily="34" charset="0"/>
              <a:cs typeface="Arial" panose="020B0604020202020204" pitchFamily="34" charset="0"/>
            </a:endParaRPr>
          </a:p>
          <a:p>
            <a:r>
              <a:rPr lang="es-MX" sz="2200" dirty="0" smtClean="0">
                <a:latin typeface="Arial" panose="020B0604020202020204" pitchFamily="34" charset="0"/>
                <a:ea typeface="Arial" panose="020B0604020202020204" pitchFamily="34" charset="0"/>
                <a:cs typeface="Arial" panose="020B0604020202020204" pitchFamily="34" charset="0"/>
              </a:rPr>
              <a:t>2. </a:t>
            </a:r>
            <a:r>
              <a:rPr lang="es-MX" sz="2200" dirty="0" smtClean="0">
                <a:solidFill>
                  <a:srgbClr val="0070C0"/>
                </a:solidFill>
                <a:latin typeface="Arial" panose="020B0604020202020204" pitchFamily="34" charset="0"/>
                <a:ea typeface="Arial" panose="020B0604020202020204" pitchFamily="34" charset="0"/>
                <a:cs typeface="Arial" panose="020B0604020202020204" pitchFamily="34" charset="0"/>
              </a:rPr>
              <a:t>Este </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primer ejemplo es la Sonata no. 5 "Primavera" para violín y piano de Beethoven. Fue publicada en 1801. </a:t>
            </a:r>
            <a:r>
              <a:rPr lang="es-MX" sz="2200" dirty="0">
                <a:latin typeface="Arial" panose="020B0604020202020204" pitchFamily="34" charset="0"/>
                <a:ea typeface="Arial" panose="020B0604020202020204" pitchFamily="34" charset="0"/>
                <a:cs typeface="Arial" panose="020B0604020202020204" pitchFamily="34" charset="0"/>
              </a:rPr>
              <a:t> </a:t>
            </a:r>
          </a:p>
          <a:p>
            <a:pPr marL="342900" indent="-342900">
              <a:buFont typeface="Wingdings" panose="05000000000000000000" pitchFamily="2" charset="2"/>
              <a:buChar char="Ø"/>
            </a:pPr>
            <a:r>
              <a:rPr lang="es-MX" sz="2200" dirty="0">
                <a:latin typeface="Arial" panose="020B0604020202020204" pitchFamily="34" charset="0"/>
                <a:ea typeface="Arial" panose="020B0604020202020204" pitchFamily="34" charset="0"/>
                <a:cs typeface="Arial" panose="020B0604020202020204" pitchFamily="34" charset="0"/>
              </a:rPr>
              <a:t>Beethoven, L. V. (2015) </a:t>
            </a:r>
            <a:r>
              <a:rPr lang="es-MX" sz="2200" dirty="0" err="1">
                <a:latin typeface="Arial" panose="020B0604020202020204" pitchFamily="34" charset="0"/>
                <a:ea typeface="Arial" panose="020B0604020202020204" pitchFamily="34" charset="0"/>
                <a:cs typeface="Arial" panose="020B0604020202020204" pitchFamily="34" charset="0"/>
              </a:rPr>
              <a:t>Violin</a:t>
            </a:r>
            <a:r>
              <a:rPr lang="es-MX" sz="2200" dirty="0">
                <a:latin typeface="Arial" panose="020B0604020202020204" pitchFamily="34" charset="0"/>
                <a:ea typeface="Arial" panose="020B0604020202020204" pitchFamily="34" charset="0"/>
                <a:cs typeface="Arial" panose="020B0604020202020204" pitchFamily="34" charset="0"/>
              </a:rPr>
              <a:t> Sonata No. 5 in F </a:t>
            </a:r>
            <a:r>
              <a:rPr lang="es-MX" sz="2200" dirty="0" err="1">
                <a:latin typeface="Arial" panose="020B0604020202020204" pitchFamily="34" charset="0"/>
                <a:ea typeface="Arial" panose="020B0604020202020204" pitchFamily="34" charset="0"/>
                <a:cs typeface="Arial" panose="020B0604020202020204" pitchFamily="34" charset="0"/>
              </a:rPr>
              <a:t>Major</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Op</a:t>
            </a:r>
            <a:r>
              <a:rPr lang="es-MX" sz="2200" dirty="0">
                <a:latin typeface="Arial" panose="020B0604020202020204" pitchFamily="34" charset="0"/>
                <a:ea typeface="Arial" panose="020B0604020202020204" pitchFamily="34" charset="0"/>
                <a:cs typeface="Arial" panose="020B0604020202020204" pitchFamily="34" charset="0"/>
              </a:rPr>
              <a:t>. 24, "Spring": I. Allegro [obra grabada por Park, J. H. y Lepper, S.] En </a:t>
            </a:r>
            <a:r>
              <a:rPr lang="es-MX" sz="2200" i="1" dirty="0">
                <a:latin typeface="Arial" panose="020B0604020202020204" pitchFamily="34" charset="0"/>
                <a:ea typeface="Arial" panose="020B0604020202020204" pitchFamily="34" charset="0"/>
                <a:cs typeface="Arial" panose="020B0604020202020204" pitchFamily="34" charset="0"/>
              </a:rPr>
              <a:t>Beethoven, Schubert, Brahms, Violin sonatas</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smtClean="0">
                <a:latin typeface="Arial" panose="020B0604020202020204" pitchFamily="34" charset="0"/>
                <a:ea typeface="Arial" panose="020B0604020202020204" pitchFamily="34" charset="0"/>
                <a:cs typeface="Arial" panose="020B0604020202020204" pitchFamily="34" charset="0"/>
              </a:rPr>
              <a:t>Decca</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smtClean="0">
                <a:latin typeface="Arial" panose="020B0604020202020204" pitchFamily="34" charset="0"/>
                <a:ea typeface="Arial" panose="020B0604020202020204" pitchFamily="34" charset="0"/>
                <a:cs typeface="Arial" panose="020B0604020202020204" pitchFamily="34" charset="0"/>
              </a:rPr>
              <a:t>(obra </a:t>
            </a:r>
            <a:r>
              <a:rPr lang="es-MX" sz="2200" dirty="0">
                <a:latin typeface="Arial" panose="020B0604020202020204" pitchFamily="34" charset="0"/>
                <a:ea typeface="Arial" panose="020B0604020202020204" pitchFamily="34" charset="0"/>
                <a:cs typeface="Arial" panose="020B0604020202020204" pitchFamily="34" charset="0"/>
              </a:rPr>
              <a:t>original publicada en 1781) Track: </a:t>
            </a:r>
            <a:r>
              <a:rPr lang="es-MX" sz="2200" dirty="0" smtClean="0">
                <a:latin typeface="Arial" panose="020B0604020202020204" pitchFamily="34" charset="0"/>
                <a:ea typeface="Arial" panose="020B0604020202020204" pitchFamily="34" charset="0"/>
                <a:cs typeface="Arial" panose="020B0604020202020204" pitchFamily="34" charset="0"/>
              </a:rPr>
              <a:t>1.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Número </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de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catálogo</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00028948117093.</a:t>
            </a:r>
            <a:endPar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endParaRPr>
          </a:p>
          <a:p>
            <a:endParaRPr lang="es-MX" sz="2200" dirty="0">
              <a:latin typeface="Arial" panose="020B0604020202020204" pitchFamily="34" charset="0"/>
              <a:ea typeface="Arial" panose="020B0604020202020204" pitchFamily="34" charset="0"/>
              <a:cs typeface="Arial" panose="020B0604020202020204" pitchFamily="34" charset="0"/>
            </a:endParaRPr>
          </a:p>
          <a:p>
            <a:r>
              <a:rPr lang="es-MX" sz="2200" dirty="0">
                <a:latin typeface="Arial" panose="020B0604020202020204" pitchFamily="34" charset="0"/>
                <a:ea typeface="Arial" panose="020B0604020202020204" pitchFamily="34" charset="0"/>
                <a:cs typeface="Arial" panose="020B0604020202020204" pitchFamily="34" charset="0"/>
              </a:rPr>
              <a:t>3</a:t>
            </a:r>
            <a:r>
              <a:rPr lang="es-MX" sz="2200" dirty="0" smtClean="0">
                <a:latin typeface="Arial" panose="020B0604020202020204" pitchFamily="34" charset="0"/>
                <a:ea typeface="Arial" panose="020B0604020202020204" pitchFamily="34" charset="0"/>
                <a:cs typeface="Arial" panose="020B0604020202020204" pitchFamily="34" charset="0"/>
              </a:rPr>
              <a:t>.</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En el siguiente video podremos apreciar un par de fragmentos (de 2 y 3 minutos) de la Sinfonía no. 6 de Beethoven, titulada "Pastoral".</a:t>
            </a:r>
          </a:p>
          <a:p>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Es una representación animada creada por Walt Disney en su película "Fantasía" del año 1940.</a:t>
            </a:r>
          </a:p>
          <a:p>
            <a:pPr marL="342900" indent="-342900">
              <a:buFont typeface="Wingdings" panose="05000000000000000000" pitchFamily="2" charset="2"/>
              <a:buChar char="Ø"/>
            </a:pPr>
            <a:r>
              <a:rPr lang="es-MX" sz="2200" dirty="0">
                <a:latin typeface="Arial" panose="020B0604020202020204" pitchFamily="34" charset="0"/>
                <a:ea typeface="Arial" panose="020B0604020202020204" pitchFamily="34" charset="0"/>
                <a:cs typeface="Arial" panose="020B0604020202020204" pitchFamily="34" charset="0"/>
              </a:rPr>
              <a:t>Beethoven, L. V. (2019). </a:t>
            </a:r>
            <a:r>
              <a:rPr lang="es-MX" sz="2200" dirty="0" err="1">
                <a:latin typeface="Arial" panose="020B0604020202020204" pitchFamily="34" charset="0"/>
                <a:ea typeface="Arial" panose="020B0604020202020204" pitchFamily="34" charset="0"/>
                <a:cs typeface="Arial" panose="020B0604020202020204" pitchFamily="34" charset="0"/>
              </a:rPr>
              <a:t>Symphony</a:t>
            </a:r>
            <a:r>
              <a:rPr lang="es-MX" sz="2200" dirty="0">
                <a:latin typeface="Arial" panose="020B0604020202020204" pitchFamily="34" charset="0"/>
                <a:ea typeface="Arial" panose="020B0604020202020204" pitchFamily="34" charset="0"/>
                <a:cs typeface="Arial" panose="020B0604020202020204" pitchFamily="34" charset="0"/>
              </a:rPr>
              <a:t> No. 6 in F </a:t>
            </a:r>
            <a:r>
              <a:rPr lang="es-MX" sz="2200" dirty="0" err="1">
                <a:latin typeface="Arial" panose="020B0604020202020204" pitchFamily="34" charset="0"/>
                <a:ea typeface="Arial" panose="020B0604020202020204" pitchFamily="34" charset="0"/>
                <a:cs typeface="Arial" panose="020B0604020202020204" pitchFamily="34" charset="0"/>
              </a:rPr>
              <a:t>Major</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Op</a:t>
            </a:r>
            <a:r>
              <a:rPr lang="es-MX" sz="2200" dirty="0">
                <a:latin typeface="Arial" panose="020B0604020202020204" pitchFamily="34" charset="0"/>
                <a:ea typeface="Arial" panose="020B0604020202020204" pitchFamily="34" charset="0"/>
                <a:cs typeface="Arial" panose="020B0604020202020204" pitchFamily="34" charset="0"/>
              </a:rPr>
              <a:t>. 68, "Pastoral” [obra grabada por West German Radio Symphony Orchestra y Janowski, M.] En </a:t>
            </a:r>
            <a:r>
              <a:rPr lang="es-MX" sz="2200" i="1" dirty="0">
                <a:latin typeface="Arial" panose="020B0604020202020204" pitchFamily="34" charset="0"/>
                <a:ea typeface="Arial" panose="020B0604020202020204" pitchFamily="34" charset="0"/>
                <a:cs typeface="Arial" panose="020B0604020202020204" pitchFamily="34" charset="0"/>
              </a:rPr>
              <a:t>Beethoven Sympphonies 5 &amp; 6</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smtClean="0">
                <a:latin typeface="Arial" panose="020B0604020202020204" pitchFamily="34" charset="0"/>
                <a:ea typeface="Arial" panose="020B0604020202020204" pitchFamily="34" charset="0"/>
                <a:cs typeface="Arial" panose="020B0604020202020204" pitchFamily="34" charset="0"/>
              </a:rPr>
              <a:t>Pentatone (obra </a:t>
            </a:r>
            <a:r>
              <a:rPr lang="es-MX" sz="2200" dirty="0">
                <a:latin typeface="Arial" panose="020B0604020202020204" pitchFamily="34" charset="0"/>
                <a:ea typeface="Arial" panose="020B0604020202020204" pitchFamily="34" charset="0"/>
                <a:cs typeface="Arial" panose="020B0604020202020204" pitchFamily="34" charset="0"/>
              </a:rPr>
              <a:t>original publicada en 1808)  Tracks: </a:t>
            </a:r>
            <a:r>
              <a:rPr lang="en-US" sz="2200" dirty="0">
                <a:latin typeface="Arial" panose="020B0604020202020204" pitchFamily="34" charset="0"/>
                <a:ea typeface="Arial" panose="020B0604020202020204" pitchFamily="34" charset="0"/>
                <a:cs typeface="Arial" panose="020B0604020202020204" pitchFamily="34" charset="0"/>
              </a:rPr>
              <a:t>5, 6, 7, 8 y </a:t>
            </a:r>
            <a:r>
              <a:rPr lang="en-US" sz="2200" dirty="0" smtClean="0">
                <a:latin typeface="Arial" panose="020B0604020202020204" pitchFamily="34" charset="0"/>
                <a:ea typeface="Arial" panose="020B0604020202020204" pitchFamily="34" charset="0"/>
                <a:cs typeface="Arial" panose="020B0604020202020204" pitchFamily="34" charset="0"/>
              </a:rPr>
              <a:t>9. </a:t>
            </a:r>
            <a:r>
              <a:rPr lang="en-US" sz="2200" dirty="0" err="1"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Número</a:t>
            </a:r>
            <a:r>
              <a:rPr lang="en-US"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 </a:t>
            </a:r>
            <a:r>
              <a:rPr lang="en-US"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de </a:t>
            </a:r>
            <a:r>
              <a:rPr lang="en-US" sz="2200" dirty="0" err="1"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catálogo</a:t>
            </a:r>
            <a:r>
              <a:rPr lang="en-US"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PTC5186809.</a:t>
            </a:r>
            <a:endParaRPr lang="en-US"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endParaRPr>
          </a:p>
          <a:p>
            <a:endParaRPr lang="es-MX" sz="2200" dirty="0">
              <a:latin typeface="Arial" panose="020B0604020202020204" pitchFamily="34" charset="0"/>
              <a:ea typeface="Arial" panose="020B0604020202020204" pitchFamily="34" charset="0"/>
              <a:cs typeface="Arial" panose="020B0604020202020204" pitchFamily="34" charset="0"/>
            </a:endParaRPr>
          </a:p>
          <a:p>
            <a:pPr marL="293688" indent="-276225"/>
            <a:r>
              <a:rPr lang="es-MX" sz="2200" dirty="0">
                <a:latin typeface="Arial" panose="020B0604020202020204" pitchFamily="34" charset="0"/>
                <a:ea typeface="Arial" panose="020B0604020202020204" pitchFamily="34" charset="0"/>
                <a:cs typeface="Arial" panose="020B0604020202020204" pitchFamily="34" charset="0"/>
              </a:rPr>
              <a:t>4</a:t>
            </a:r>
            <a:r>
              <a:rPr lang="es-MX" sz="2200" dirty="0" smtClean="0">
                <a:latin typeface="Arial" panose="020B0604020202020204" pitchFamily="34" charset="0"/>
                <a:ea typeface="Arial" panose="020B0604020202020204" pitchFamily="34" charset="0"/>
                <a:cs typeface="Arial" panose="020B0604020202020204" pitchFamily="34" charset="0"/>
              </a:rPr>
              <a:t>.</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 La Sinfonía No. 9 de Beethoven, llamada también "Coral" (por el coro que incluye al final de la sinfonía) es quizá el ejemplo más célebre de música clásica. El cuarto movimiento contiene un Poema de Schiller el cual Beethoven incorporó y le escribió la música que lo hizo famoso. Aquí el fragmento del coro de la novena </a:t>
            </a:r>
            <a:r>
              <a:rPr lang="es-MX" sz="2200" dirty="0" smtClean="0">
                <a:solidFill>
                  <a:srgbClr val="0070C0"/>
                </a:solidFill>
                <a:latin typeface="Arial" panose="020B0604020202020204" pitchFamily="34" charset="0"/>
                <a:ea typeface="Arial" panose="020B0604020202020204" pitchFamily="34" charset="0"/>
                <a:cs typeface="Arial" panose="020B0604020202020204" pitchFamily="34" charset="0"/>
              </a:rPr>
              <a:t>sinfonía:</a:t>
            </a:r>
            <a:endParaRPr lang="es-MX" sz="2200" dirty="0">
              <a:solidFill>
                <a:srgbClr val="0070C0"/>
              </a:solidFill>
              <a:latin typeface="Arial" panose="020B0604020202020204" pitchFamily="34" charset="0"/>
              <a:ea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s-MX" sz="2200" dirty="0">
                <a:latin typeface="Arial" panose="020B0604020202020204" pitchFamily="34" charset="0"/>
                <a:ea typeface="Arial" panose="020B0604020202020204" pitchFamily="34" charset="0"/>
                <a:cs typeface="Arial" panose="020B0604020202020204" pitchFamily="34" charset="0"/>
              </a:rPr>
              <a:t>Beethoven, L. V. (2019). IV, Finale: </a:t>
            </a:r>
            <a:r>
              <a:rPr lang="es-MX" sz="2200" dirty="0" smtClean="0">
                <a:latin typeface="Arial" panose="020B0604020202020204" pitchFamily="34" charset="0"/>
                <a:ea typeface="Arial" panose="020B0604020202020204" pitchFamily="34" charset="0"/>
                <a:cs typeface="Arial" panose="020B0604020202020204" pitchFamily="34" charset="0"/>
              </a:rPr>
              <a:t>Presto-Allegro </a:t>
            </a:r>
            <a:r>
              <a:rPr lang="es-MX" sz="2200" dirty="0">
                <a:latin typeface="Arial" panose="020B0604020202020204" pitchFamily="34" charset="0"/>
                <a:ea typeface="Arial" panose="020B0604020202020204" pitchFamily="34" charset="0"/>
                <a:cs typeface="Arial" panose="020B0604020202020204" pitchFamily="34" charset="0"/>
              </a:rPr>
              <a:t>assai [obra grabada por Resnik, R., Söderström, E., Vickers, J., Ward, D., The Bach Choir, London Symphony Orchestra, y Monteux, P.] En </a:t>
            </a:r>
            <a:r>
              <a:rPr lang="es-MX" sz="2200" i="1" dirty="0">
                <a:latin typeface="Arial" panose="020B0604020202020204" pitchFamily="34" charset="0"/>
                <a:ea typeface="Arial" panose="020B0604020202020204" pitchFamily="34" charset="0"/>
                <a:cs typeface="Arial" panose="020B0604020202020204" pitchFamily="34" charset="0"/>
              </a:rPr>
              <a:t>Beethoven Symphony No. 9 "</a:t>
            </a:r>
            <a:r>
              <a:rPr lang="es-MX" sz="2200" i="1" dirty="0" err="1">
                <a:latin typeface="Arial" panose="020B0604020202020204" pitchFamily="34" charset="0"/>
                <a:ea typeface="Arial" panose="020B0604020202020204" pitchFamily="34" charset="0"/>
                <a:cs typeface="Arial" panose="020B0604020202020204" pitchFamily="34" charset="0"/>
              </a:rPr>
              <a:t>Choral</a:t>
            </a:r>
            <a:r>
              <a:rPr lang="es-MX" sz="2200" i="1" dirty="0">
                <a:latin typeface="Arial" panose="020B0604020202020204" pitchFamily="34" charset="0"/>
                <a:ea typeface="Arial" panose="020B0604020202020204" pitchFamily="34" charset="0"/>
                <a:cs typeface="Arial" panose="020B0604020202020204" pitchFamily="34" charset="0"/>
              </a:rPr>
              <a:t>".</a:t>
            </a:r>
            <a:r>
              <a:rPr lang="es-MX" sz="2200" dirty="0">
                <a:latin typeface="Arial" panose="020B0604020202020204" pitchFamily="34" charset="0"/>
                <a:ea typeface="Arial" panose="020B0604020202020204" pitchFamily="34" charset="0"/>
                <a:cs typeface="Arial" panose="020B0604020202020204" pitchFamily="34" charset="0"/>
              </a:rPr>
              <a:t> Deutsche </a:t>
            </a:r>
            <a:r>
              <a:rPr lang="es-MX" sz="2200" dirty="0" smtClean="0">
                <a:latin typeface="Arial" panose="020B0604020202020204" pitchFamily="34" charset="0"/>
                <a:ea typeface="Arial" panose="020B0604020202020204" pitchFamily="34" charset="0"/>
                <a:cs typeface="Arial" panose="020B0604020202020204" pitchFamily="34" charset="0"/>
              </a:rPr>
              <a:t>Grammophon (obra </a:t>
            </a:r>
            <a:r>
              <a:rPr lang="es-MX" sz="2200" dirty="0">
                <a:latin typeface="Arial" panose="020B0604020202020204" pitchFamily="34" charset="0"/>
                <a:ea typeface="Arial" panose="020B0604020202020204" pitchFamily="34" charset="0"/>
                <a:cs typeface="Arial" panose="020B0604020202020204" pitchFamily="34" charset="0"/>
              </a:rPr>
              <a:t>original publicada en 1824)  Track: </a:t>
            </a:r>
            <a:r>
              <a:rPr lang="es-MX" sz="2200" dirty="0" smtClean="0">
                <a:latin typeface="Arial" panose="020B0604020202020204" pitchFamily="34" charset="0"/>
                <a:ea typeface="Arial" panose="020B0604020202020204" pitchFamily="34" charset="0"/>
                <a:cs typeface="Arial" panose="020B0604020202020204" pitchFamily="34" charset="0"/>
              </a:rPr>
              <a:t>4</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 Número </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de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catálogo</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00028947121626</a:t>
            </a:r>
            <a:r>
              <a:rPr lang="es-MX" sz="2200" dirty="0" smtClean="0">
                <a:latin typeface="Arial" panose="020B0604020202020204" pitchFamily="34" charset="0"/>
                <a:ea typeface="Arial" panose="020B0604020202020204" pitchFamily="34" charset="0"/>
                <a:cs typeface="Arial" panose="020B0604020202020204" pitchFamily="34" charset="0"/>
              </a:rPr>
              <a:t>.</a:t>
            </a:r>
            <a:endParaRPr lang="es-MX" sz="2200" dirty="0">
              <a:latin typeface="Arial" panose="020B0604020202020204" pitchFamily="34" charset="0"/>
              <a:ea typeface="Arial" panose="020B0604020202020204" pitchFamily="34" charset="0"/>
              <a:cs typeface="Arial" panose="020B0604020202020204" pitchFamily="34" charset="0"/>
            </a:endParaRPr>
          </a:p>
          <a:p>
            <a:endParaRPr lang="es-MX" sz="2200" dirty="0">
              <a:latin typeface="Arial" panose="020B0604020202020204" pitchFamily="34" charset="0"/>
              <a:ea typeface="Arial" panose="020B0604020202020204" pitchFamily="34" charset="0"/>
              <a:cs typeface="Arial" panose="020B0604020202020204" pitchFamily="34" charset="0"/>
            </a:endParaRPr>
          </a:p>
          <a:p>
            <a:r>
              <a:rPr lang="es-MX" sz="2200" dirty="0">
                <a:latin typeface="Arial" panose="020B0604020202020204" pitchFamily="34" charset="0"/>
                <a:ea typeface="Arial" panose="020B0604020202020204" pitchFamily="34" charset="0"/>
                <a:cs typeface="Arial" panose="020B0604020202020204" pitchFamily="34" charset="0"/>
              </a:rPr>
              <a:t>5</a:t>
            </a:r>
            <a:r>
              <a:rPr lang="es-MX" sz="2200" dirty="0" smtClean="0">
                <a:latin typeface="Arial" panose="020B0604020202020204" pitchFamily="34" charset="0"/>
                <a:ea typeface="Arial" panose="020B0604020202020204" pitchFamily="34" charset="0"/>
                <a:cs typeface="Arial" panose="020B0604020202020204" pitchFamily="34" charset="0"/>
              </a:rPr>
              <a:t>.</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Un ejemplo muy popular de la música clásica es la “Pequeña Serenata Nocturna” de Mozart. La podrás reconocer fácilmente</a:t>
            </a:r>
            <a:r>
              <a:rPr lang="es-MX" sz="2200" dirty="0">
                <a:latin typeface="Arial" panose="020B0604020202020204" pitchFamily="34" charset="0"/>
                <a:ea typeface="Arial" panose="020B0604020202020204" pitchFamily="34" charset="0"/>
                <a:cs typeface="Arial" panose="020B0604020202020204" pitchFamily="34" charset="0"/>
              </a:rPr>
              <a:t>.</a:t>
            </a:r>
          </a:p>
          <a:p>
            <a:pPr marL="342900" indent="-342900">
              <a:buFont typeface="Wingdings" panose="05000000000000000000" pitchFamily="2" charset="2"/>
              <a:buChar char="Ø"/>
            </a:pPr>
            <a:r>
              <a:rPr lang="es-MX" sz="2200" dirty="0">
                <a:latin typeface="Arial" panose="020B0604020202020204" pitchFamily="34" charset="0"/>
                <a:ea typeface="Arial" panose="020B0604020202020204" pitchFamily="34" charset="0"/>
                <a:cs typeface="Arial" panose="020B0604020202020204" pitchFamily="34" charset="0"/>
              </a:rPr>
              <a:t>Mozart, W. A. (1988). </a:t>
            </a:r>
            <a:r>
              <a:rPr lang="es-MX" sz="2200" dirty="0" err="1">
                <a:latin typeface="Arial" panose="020B0604020202020204" pitchFamily="34" charset="0"/>
                <a:ea typeface="Arial" panose="020B0604020202020204" pitchFamily="34" charset="0"/>
                <a:cs typeface="Arial" panose="020B0604020202020204" pitchFamily="34" charset="0"/>
              </a:rPr>
              <a:t>Serenade</a:t>
            </a:r>
            <a:r>
              <a:rPr lang="es-MX" sz="2200" dirty="0">
                <a:latin typeface="Arial" panose="020B0604020202020204" pitchFamily="34" charset="0"/>
                <a:ea typeface="Arial" panose="020B0604020202020204" pitchFamily="34" charset="0"/>
                <a:cs typeface="Arial" panose="020B0604020202020204" pitchFamily="34" charset="0"/>
              </a:rPr>
              <a:t> no. 13 (pequeña serenata nocturna) [obra grabada por Capella Istropolitana y Sobotka, W.] En </a:t>
            </a:r>
            <a:r>
              <a:rPr lang="es-MX" sz="2200" i="1" dirty="0">
                <a:latin typeface="Arial" panose="020B0604020202020204" pitchFamily="34" charset="0"/>
                <a:ea typeface="Arial" panose="020B0604020202020204" pitchFamily="34" charset="0"/>
                <a:cs typeface="Arial" panose="020B0604020202020204" pitchFamily="34" charset="0"/>
              </a:rPr>
              <a:t>Mozart Eine kleine Nachtmusik</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smtClean="0">
                <a:latin typeface="Arial" panose="020B0604020202020204" pitchFamily="34" charset="0"/>
                <a:ea typeface="Arial" panose="020B0604020202020204" pitchFamily="34" charset="0"/>
                <a:cs typeface="Arial" panose="020B0604020202020204" pitchFamily="34" charset="0"/>
              </a:rPr>
              <a:t>Naxos (obra </a:t>
            </a:r>
            <a:r>
              <a:rPr lang="es-MX" sz="2200" dirty="0">
                <a:latin typeface="Arial" panose="020B0604020202020204" pitchFamily="34" charset="0"/>
                <a:ea typeface="Arial" panose="020B0604020202020204" pitchFamily="34" charset="0"/>
                <a:cs typeface="Arial" panose="020B0604020202020204" pitchFamily="34" charset="0"/>
              </a:rPr>
              <a:t>original publicada en 1787)  Tracks: 1, 2, 3 y </a:t>
            </a:r>
            <a:r>
              <a:rPr lang="es-MX" sz="2200" dirty="0" smtClean="0">
                <a:latin typeface="Arial" panose="020B0604020202020204" pitchFamily="34" charset="0"/>
                <a:ea typeface="Arial" panose="020B0604020202020204" pitchFamily="34" charset="0"/>
                <a:cs typeface="Arial" panose="020B0604020202020204" pitchFamily="34" charset="0"/>
              </a:rPr>
              <a:t>4.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Número </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de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catálogo</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8.550026.</a:t>
            </a:r>
            <a:endPar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endParaRPr>
          </a:p>
          <a:p>
            <a:pPr marL="342900" indent="-342900">
              <a:buFont typeface="Wingdings" panose="05000000000000000000" pitchFamily="2" charset="2"/>
              <a:buChar char="Ø"/>
            </a:pPr>
            <a:endParaRPr lang="es-MX" sz="2200" dirty="0">
              <a:latin typeface="Arial" panose="020B0604020202020204" pitchFamily="34" charset="0"/>
              <a:ea typeface="Arial" panose="020B0604020202020204" pitchFamily="34" charset="0"/>
              <a:cs typeface="Arial" panose="020B0604020202020204" pitchFamily="34" charset="0"/>
            </a:endParaRPr>
          </a:p>
          <a:p>
            <a:r>
              <a:rPr lang="es-MX" sz="2200" b="1" dirty="0">
                <a:latin typeface="Arial" panose="020B0604020202020204" pitchFamily="34" charset="0"/>
                <a:ea typeface="Arial" panose="020B0604020202020204" pitchFamily="34" charset="0"/>
                <a:cs typeface="Arial" panose="020B0604020202020204" pitchFamily="34" charset="0"/>
              </a:rPr>
              <a:t>6</a:t>
            </a:r>
            <a:r>
              <a:rPr lang="es-MX" sz="2200" b="1" dirty="0" smtClean="0">
                <a:latin typeface="Arial" panose="020B0604020202020204" pitchFamily="34" charset="0"/>
                <a:ea typeface="Arial" panose="020B0604020202020204" pitchFamily="34" charset="0"/>
                <a:cs typeface="Arial" panose="020B0604020202020204" pitchFamily="34" charset="0"/>
              </a:rPr>
              <a:t>.</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Otro ejemplo muy famoso de música clásica es el tema del programa de televisión "El chavo del ocho". Ese tema musical se llama "Marcha a la turca" y fue compuesto por Beethoven y es parte de la música incidental que compuso para una obra de teatro titulada "Las ruinas de Atenas”. </a:t>
            </a:r>
          </a:p>
          <a:p>
            <a:pPr marL="342900" indent="-342900">
              <a:buFont typeface="Wingdings" panose="05000000000000000000" pitchFamily="2" charset="2"/>
              <a:buChar char="Ø"/>
            </a:pPr>
            <a:r>
              <a:rPr lang="es-MX" sz="2200" dirty="0">
                <a:latin typeface="Arial" panose="020B0604020202020204" pitchFamily="34" charset="0"/>
                <a:ea typeface="Arial" panose="020B0604020202020204" pitchFamily="34" charset="0"/>
                <a:cs typeface="Arial" panose="020B0604020202020204" pitchFamily="34" charset="0"/>
              </a:rPr>
              <a:t>Beethoven, L. V. (2020). Marcia </a:t>
            </a:r>
            <a:r>
              <a:rPr lang="es-MX" sz="2200" dirty="0" err="1">
                <a:latin typeface="Arial" panose="020B0604020202020204" pitchFamily="34" charset="0"/>
                <a:ea typeface="Arial" panose="020B0604020202020204" pitchFamily="34" charset="0"/>
                <a:cs typeface="Arial" panose="020B0604020202020204" pitchFamily="34" charset="0"/>
              </a:rPr>
              <a:t>alla</a:t>
            </a:r>
            <a:r>
              <a:rPr lang="es-MX" sz="2200" dirty="0">
                <a:latin typeface="Arial" panose="020B0604020202020204" pitchFamily="34" charset="0"/>
                <a:ea typeface="Arial" panose="020B0604020202020204" pitchFamily="34" charset="0"/>
                <a:cs typeface="Arial" panose="020B0604020202020204" pitchFamily="34" charset="0"/>
              </a:rPr>
              <a:t> turca [obra grabada por Turku </a:t>
            </a:r>
            <a:r>
              <a:rPr lang="es-MX" sz="2200" dirty="0" err="1">
                <a:latin typeface="Arial" panose="020B0604020202020204" pitchFamily="34" charset="0"/>
                <a:ea typeface="Arial" panose="020B0604020202020204" pitchFamily="34" charset="0"/>
                <a:cs typeface="Arial" panose="020B0604020202020204" pitchFamily="34" charset="0"/>
              </a:rPr>
              <a:t>Philharmonic</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Orchestra</a:t>
            </a:r>
            <a:r>
              <a:rPr lang="es-MX" sz="2200" dirty="0">
                <a:latin typeface="Arial" panose="020B0604020202020204" pitchFamily="34" charset="0"/>
                <a:ea typeface="Arial" panose="020B0604020202020204" pitchFamily="34" charset="0"/>
                <a:cs typeface="Arial" panose="020B0604020202020204" pitchFamily="34" charset="0"/>
              </a:rPr>
              <a:t> y </a:t>
            </a:r>
            <a:r>
              <a:rPr lang="es-MX" sz="2200" dirty="0" err="1">
                <a:latin typeface="Arial" panose="020B0604020202020204" pitchFamily="34" charset="0"/>
                <a:ea typeface="Arial" panose="020B0604020202020204" pitchFamily="34" charset="0"/>
                <a:cs typeface="Arial" panose="020B0604020202020204" pitchFamily="34" charset="0"/>
              </a:rPr>
              <a:t>Segerstam</a:t>
            </a:r>
            <a:r>
              <a:rPr lang="es-MX" sz="2200" dirty="0">
                <a:latin typeface="Arial" panose="020B0604020202020204" pitchFamily="34" charset="0"/>
                <a:ea typeface="Arial" panose="020B0604020202020204" pitchFamily="34" charset="0"/>
                <a:cs typeface="Arial" panose="020B0604020202020204" pitchFamily="34" charset="0"/>
              </a:rPr>
              <a:t>, L.] En </a:t>
            </a:r>
            <a:r>
              <a:rPr lang="es-MX" sz="2200" i="1" dirty="0">
                <a:latin typeface="Arial" panose="020B0604020202020204" pitchFamily="34" charset="0"/>
                <a:ea typeface="Arial" panose="020B0604020202020204" pitchFamily="34" charset="0"/>
                <a:cs typeface="Arial" panose="020B0604020202020204" pitchFamily="34" charset="0"/>
              </a:rPr>
              <a:t>Die Ruinen von </a:t>
            </a:r>
            <a:r>
              <a:rPr lang="es-MX" sz="2200" i="1" dirty="0" err="1">
                <a:latin typeface="Arial" panose="020B0604020202020204" pitchFamily="34" charset="0"/>
                <a:ea typeface="Arial" panose="020B0604020202020204" pitchFamily="34" charset="0"/>
                <a:cs typeface="Arial" panose="020B0604020202020204" pitchFamily="34" charset="0"/>
              </a:rPr>
              <a:t>Athen</a:t>
            </a:r>
            <a:r>
              <a:rPr lang="es-MX" sz="2200" i="1" dirty="0">
                <a:latin typeface="Arial" panose="020B0604020202020204" pitchFamily="34" charset="0"/>
                <a:ea typeface="Arial" panose="020B0604020202020204" pitchFamily="34" charset="0"/>
                <a:cs typeface="Arial" panose="020B0604020202020204" pitchFamily="34" charset="0"/>
              </a:rPr>
              <a:t> (</a:t>
            </a:r>
            <a:r>
              <a:rPr lang="es-MX" sz="2200" i="1" dirty="0" err="1">
                <a:latin typeface="Arial" panose="020B0604020202020204" pitchFamily="34" charset="0"/>
                <a:ea typeface="Arial" panose="020B0604020202020204" pitchFamily="34" charset="0"/>
                <a:cs typeface="Arial" panose="020B0604020202020204" pitchFamily="34" charset="0"/>
              </a:rPr>
              <a:t>The</a:t>
            </a:r>
            <a:r>
              <a:rPr lang="es-MX" sz="2200" i="1" dirty="0">
                <a:latin typeface="Arial" panose="020B0604020202020204" pitchFamily="34" charset="0"/>
                <a:ea typeface="Arial" panose="020B0604020202020204" pitchFamily="34" charset="0"/>
                <a:cs typeface="Arial" panose="020B0604020202020204" pitchFamily="34" charset="0"/>
              </a:rPr>
              <a:t> </a:t>
            </a:r>
            <a:r>
              <a:rPr lang="es-MX" sz="2200" i="1" dirty="0" err="1">
                <a:latin typeface="Arial" panose="020B0604020202020204" pitchFamily="34" charset="0"/>
                <a:ea typeface="Arial" panose="020B0604020202020204" pitchFamily="34" charset="0"/>
                <a:cs typeface="Arial" panose="020B0604020202020204" pitchFamily="34" charset="0"/>
              </a:rPr>
              <a:t>Ruins</a:t>
            </a:r>
            <a:r>
              <a:rPr lang="es-MX" sz="2200" i="1" dirty="0">
                <a:latin typeface="Arial" panose="020B0604020202020204" pitchFamily="34" charset="0"/>
                <a:ea typeface="Arial" panose="020B0604020202020204" pitchFamily="34" charset="0"/>
                <a:cs typeface="Arial" panose="020B0604020202020204" pitchFamily="34" charset="0"/>
              </a:rPr>
              <a:t> of Athens) </a:t>
            </a:r>
            <a:r>
              <a:rPr lang="es-MX" sz="2200" i="1" dirty="0" err="1">
                <a:latin typeface="Arial" panose="020B0604020202020204" pitchFamily="34" charset="0"/>
                <a:ea typeface="Arial" panose="020B0604020202020204" pitchFamily="34" charset="0"/>
                <a:cs typeface="Arial" panose="020B0604020202020204" pitchFamily="34" charset="0"/>
              </a:rPr>
              <a:t>Op</a:t>
            </a:r>
            <a:r>
              <a:rPr lang="es-MX" sz="2200" i="1" dirty="0">
                <a:latin typeface="Arial" panose="020B0604020202020204" pitchFamily="34" charset="0"/>
                <a:ea typeface="Arial" panose="020B0604020202020204" pitchFamily="34" charset="0"/>
                <a:cs typeface="Arial" panose="020B0604020202020204" pitchFamily="34" charset="0"/>
              </a:rPr>
              <a:t>. 113. </a:t>
            </a:r>
            <a:r>
              <a:rPr lang="es-MX" sz="2200" dirty="0" smtClean="0">
                <a:latin typeface="Arial" panose="020B0604020202020204" pitchFamily="34" charset="0"/>
                <a:ea typeface="Arial" panose="020B0604020202020204" pitchFamily="34" charset="0"/>
                <a:cs typeface="Arial" panose="020B0604020202020204" pitchFamily="34" charset="0"/>
              </a:rPr>
              <a:t>Naxos (obra </a:t>
            </a:r>
            <a:r>
              <a:rPr lang="es-MX" sz="2200" dirty="0">
                <a:latin typeface="Arial" panose="020B0604020202020204" pitchFamily="34" charset="0"/>
                <a:ea typeface="Arial" panose="020B0604020202020204" pitchFamily="34" charset="0"/>
                <a:cs typeface="Arial" panose="020B0604020202020204" pitchFamily="34" charset="0"/>
              </a:rPr>
              <a:t>original publicada en 1811)  Track: </a:t>
            </a:r>
            <a:r>
              <a:rPr lang="es-MX" sz="2200" dirty="0" smtClean="0">
                <a:latin typeface="Arial" panose="020B0604020202020204" pitchFamily="34" charset="0"/>
                <a:ea typeface="Arial" panose="020B0604020202020204" pitchFamily="34" charset="0"/>
                <a:cs typeface="Arial" panose="020B0604020202020204" pitchFamily="34" charset="0"/>
              </a:rPr>
              <a:t>12.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Número </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de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catálogo</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8.574076.</a:t>
            </a:r>
            <a:endPar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endParaRPr>
          </a:p>
          <a:p>
            <a:endParaRPr lang="es-MX" sz="2200" dirty="0">
              <a:latin typeface="Arial" panose="020B0604020202020204" pitchFamily="34" charset="0"/>
              <a:ea typeface="Arial" panose="020B0604020202020204" pitchFamily="34" charset="0"/>
              <a:cs typeface="Arial" panose="020B0604020202020204" pitchFamily="34" charset="0"/>
            </a:endParaRPr>
          </a:p>
          <a:p>
            <a:pPr marL="330200" indent="-330200"/>
            <a:r>
              <a:rPr lang="es-MX" sz="2200" dirty="0" smtClean="0">
                <a:latin typeface="Arial" panose="020B0604020202020204" pitchFamily="34" charset="0"/>
                <a:ea typeface="Arial" panose="020B0604020202020204" pitchFamily="34" charset="0"/>
                <a:cs typeface="Arial" panose="020B0604020202020204" pitchFamily="34" charset="0"/>
              </a:rPr>
              <a:t>7. </a:t>
            </a:r>
            <a:r>
              <a:rPr lang="es-MX" sz="2200" dirty="0" smtClean="0">
                <a:solidFill>
                  <a:srgbClr val="0070C0"/>
                </a:solidFill>
                <a:latin typeface="Arial" panose="020B0604020202020204" pitchFamily="34" charset="0"/>
                <a:ea typeface="Arial" panose="020B0604020202020204" pitchFamily="34" charset="0"/>
                <a:cs typeface="Arial" panose="020B0604020202020204" pitchFamily="34" charset="0"/>
              </a:rPr>
              <a:t>Ahora </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escuchemos un ejemplo de una Misa muy famosa de Mozart, su Misa de Requiem. Es la música que se tocaba en una Misa para un </a:t>
            </a:r>
            <a:r>
              <a:rPr lang="es-MX" sz="2200" dirty="0" smtClean="0">
                <a:solidFill>
                  <a:srgbClr val="0070C0"/>
                </a:solidFill>
                <a:latin typeface="Arial" panose="020B0604020202020204" pitchFamily="34" charset="0"/>
                <a:ea typeface="Arial" panose="020B0604020202020204" pitchFamily="34" charset="0"/>
                <a:cs typeface="Arial" panose="020B0604020202020204" pitchFamily="34" charset="0"/>
              </a:rPr>
              <a:t>difunto. Este </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tipo de obras se hacía por encargo, y le pagaban al compositor para que la escribiera. Similar a lo que sucede en la actualidad con la música del cine o en algún evento como las olimpiadas.</a:t>
            </a:r>
          </a:p>
          <a:p>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Este movimiento es titulado en latín Lacrimosa, y fue el último movimiento que escribió antes de morir.</a:t>
            </a:r>
          </a:p>
          <a:p>
            <a:pPr marL="342900" indent="-342900">
              <a:buFont typeface="Wingdings" panose="05000000000000000000" pitchFamily="2" charset="2"/>
              <a:buChar char="Ø"/>
            </a:pPr>
            <a:r>
              <a:rPr lang="es-MX" sz="2200" dirty="0">
                <a:latin typeface="Arial" panose="020B0604020202020204" pitchFamily="34" charset="0"/>
                <a:ea typeface="Arial" panose="020B0604020202020204" pitchFamily="34" charset="0"/>
                <a:cs typeface="Arial" panose="020B0604020202020204" pitchFamily="34" charset="0"/>
              </a:rPr>
              <a:t>Mozart. W. A. (2014). Lacrimosa dies illa (Chorus) [obra grabada por Accentus Chamber Choir, Insula Orchestra, y Equilbey, L.] En </a:t>
            </a:r>
            <a:r>
              <a:rPr lang="es-MX" sz="2200" i="1" dirty="0">
                <a:latin typeface="Arial" panose="020B0604020202020204" pitchFamily="34" charset="0"/>
                <a:ea typeface="Arial" panose="020B0604020202020204" pitchFamily="34" charset="0"/>
                <a:cs typeface="Arial" panose="020B0604020202020204" pitchFamily="34" charset="0"/>
              </a:rPr>
              <a:t>Mozart Requiem. </a:t>
            </a:r>
            <a:r>
              <a:rPr lang="es-MX" sz="2200" dirty="0" smtClean="0">
                <a:latin typeface="Arial" panose="020B0604020202020204" pitchFamily="34" charset="0"/>
                <a:ea typeface="Arial" panose="020B0604020202020204" pitchFamily="34" charset="0"/>
                <a:cs typeface="Arial" panose="020B0604020202020204" pitchFamily="34" charset="0"/>
              </a:rPr>
              <a:t>Naive (obra </a:t>
            </a:r>
            <a:r>
              <a:rPr lang="es-MX" sz="2200" dirty="0">
                <a:latin typeface="Arial" panose="020B0604020202020204" pitchFamily="34" charset="0"/>
                <a:ea typeface="Arial" panose="020B0604020202020204" pitchFamily="34" charset="0"/>
                <a:cs typeface="Arial" panose="020B0604020202020204" pitchFamily="34" charset="0"/>
              </a:rPr>
              <a:t>original publicada en 1791) Track: </a:t>
            </a:r>
            <a:r>
              <a:rPr lang="es-MX" sz="2200" dirty="0" smtClean="0">
                <a:latin typeface="Arial" panose="020B0604020202020204" pitchFamily="34" charset="0"/>
                <a:ea typeface="Arial" panose="020B0604020202020204" pitchFamily="34" charset="0"/>
                <a:cs typeface="Arial" panose="020B0604020202020204" pitchFamily="34" charset="0"/>
              </a:rPr>
              <a:t>8.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Número </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de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catálogo</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 </a:t>
            </a:r>
            <a:r>
              <a:rPr lang="es-MX" sz="2200" dirty="0" smtClean="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V5370.</a:t>
            </a:r>
            <a:endPar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endParaRPr>
          </a:p>
          <a:p>
            <a:pPr marL="342900" indent="-342900">
              <a:buFont typeface="Wingdings" panose="05000000000000000000" pitchFamily="2" charset="2"/>
              <a:buChar char="Ø"/>
            </a:pPr>
            <a:endParaRPr lang="es-MX" sz="2400" dirty="0">
              <a:latin typeface="Arial" panose="020B0604020202020204" pitchFamily="34" charset="0"/>
              <a:ea typeface="Arial" panose="020B0604020202020204" pitchFamily="34" charset="0"/>
              <a:cs typeface="Arial" panose="020B0604020202020204" pitchFamily="34" charset="0"/>
            </a:endParaRPr>
          </a:p>
          <a:p>
            <a:endParaRPr lang="es-MX" sz="2400" dirty="0">
              <a:effectLst/>
              <a:latin typeface="Arial" panose="020B0604020202020204" pitchFamily="34" charset="0"/>
              <a:ea typeface="+mn-lt"/>
              <a:cs typeface="Arial" panose="020B0604020202020204" pitchFamily="34" charset="0"/>
            </a:endParaRPr>
          </a:p>
        </p:txBody>
      </p:sp>
    </p:spTree>
    <p:extLst>
      <p:ext uri="{BB962C8B-B14F-4D97-AF65-F5344CB8AC3E}">
        <p14:creationId xmlns:p14="http://schemas.microsoft.com/office/powerpoint/2010/main" val="883443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55ADAE74-E8C1-4231-96C2-530426F2EA10}"/>
              </a:ext>
            </a:extLst>
          </p:cNvPr>
          <p:cNvSpPr txBox="1"/>
          <p:nvPr/>
        </p:nvSpPr>
        <p:spPr>
          <a:xfrm>
            <a:off x="693601" y="261257"/>
            <a:ext cx="18606770" cy="15665827"/>
          </a:xfrm>
          <a:prstGeom prst="rect">
            <a:avLst/>
          </a:prstGeom>
          <a:noFill/>
        </p:spPr>
        <p:txBody>
          <a:bodyPr wrap="square" lIns="91440" tIns="45720" rIns="91440" bIns="45720" anchor="t">
            <a:spAutoFit/>
          </a:bodyPr>
          <a:lstStyle/>
          <a:p>
            <a:r>
              <a:rPr lang="es-MX" sz="2200" dirty="0">
                <a:latin typeface="Arial"/>
                <a:cs typeface="Arial"/>
              </a:rPr>
              <a:t>1</a:t>
            </a:r>
            <a:r>
              <a:rPr lang="es-MX" sz="2200" dirty="0">
                <a:solidFill>
                  <a:srgbClr val="0070C0"/>
                </a:solidFill>
                <a:latin typeface="Arial"/>
                <a:cs typeface="Arial"/>
              </a:rPr>
              <a:t>.- Un ejemplo muy famoso es el de “La Marcha Nupcial” que hemos escuchado siempre en las bodas. Fue escrita en 1842 por el compositor Felix </a:t>
            </a:r>
            <a:r>
              <a:rPr lang="es-MX" sz="2200" dirty="0" err="1">
                <a:solidFill>
                  <a:srgbClr val="0070C0"/>
                </a:solidFill>
                <a:latin typeface="Arial"/>
                <a:cs typeface="Arial"/>
              </a:rPr>
              <a:t>Mendelssohn</a:t>
            </a:r>
            <a:r>
              <a:rPr lang="es-MX" sz="2200" dirty="0">
                <a:solidFill>
                  <a:srgbClr val="0070C0"/>
                </a:solidFill>
                <a:latin typeface="Arial"/>
                <a:cs typeface="Arial"/>
              </a:rPr>
              <a:t>, es sólo una pieza de la música incidental que escribió para acompañar la obra de teatro “El sueño de una noche de verano” de William Shakespeare.</a:t>
            </a:r>
          </a:p>
          <a:p>
            <a:pPr marL="342900" indent="-342900">
              <a:buFont typeface="Wingdings" panose="05000000000000000000" pitchFamily="2" charset="2"/>
              <a:buChar char="Ø"/>
            </a:pPr>
            <a:r>
              <a:rPr lang="es-MX" sz="2200" dirty="0" err="1">
                <a:latin typeface="Arial"/>
                <a:cs typeface="Arial"/>
              </a:rPr>
              <a:t>Mendelssohn</a:t>
            </a:r>
            <a:r>
              <a:rPr lang="es-MX" sz="2200" dirty="0">
                <a:latin typeface="Arial"/>
                <a:cs typeface="Arial"/>
              </a:rPr>
              <a:t>, F. (1998). </a:t>
            </a:r>
            <a:r>
              <a:rPr lang="es-MX" sz="2200" dirty="0" err="1">
                <a:latin typeface="Arial"/>
                <a:cs typeface="Arial"/>
              </a:rPr>
              <a:t>Wedding</a:t>
            </a:r>
            <a:r>
              <a:rPr lang="es-MX" sz="2200" dirty="0">
                <a:latin typeface="Arial"/>
                <a:cs typeface="Arial"/>
              </a:rPr>
              <a:t> </a:t>
            </a:r>
            <a:r>
              <a:rPr lang="es-MX" sz="2200" dirty="0" err="1">
                <a:latin typeface="Arial"/>
                <a:cs typeface="Arial"/>
              </a:rPr>
              <a:t>March</a:t>
            </a:r>
            <a:r>
              <a:rPr lang="es-MX" sz="2200" dirty="0">
                <a:latin typeface="Arial"/>
                <a:cs typeface="Arial"/>
              </a:rPr>
              <a:t>, </a:t>
            </a:r>
            <a:r>
              <a:rPr lang="es-MX" sz="2200" dirty="0" err="1">
                <a:latin typeface="Arial"/>
                <a:cs typeface="Arial"/>
              </a:rPr>
              <a:t>Op</a:t>
            </a:r>
            <a:r>
              <a:rPr lang="es-MX" sz="2200" dirty="0">
                <a:latin typeface="Arial"/>
                <a:cs typeface="Arial"/>
              </a:rPr>
              <a:t>. 61, núm. 4 [obra grabada por </a:t>
            </a:r>
            <a:r>
              <a:rPr lang="es-MX" sz="2200" dirty="0" err="1">
                <a:latin typeface="Arial"/>
                <a:cs typeface="Arial"/>
              </a:rPr>
              <a:t>Slovak</a:t>
            </a:r>
            <a:r>
              <a:rPr lang="es-MX" sz="2200" dirty="0">
                <a:latin typeface="Arial"/>
                <a:cs typeface="Arial"/>
              </a:rPr>
              <a:t> </a:t>
            </a:r>
            <a:r>
              <a:rPr lang="es-MX" sz="2200" dirty="0" err="1">
                <a:latin typeface="Arial"/>
                <a:cs typeface="Arial"/>
              </a:rPr>
              <a:t>Philharmonic</a:t>
            </a:r>
            <a:r>
              <a:rPr lang="es-MX" sz="2200" dirty="0">
                <a:latin typeface="Arial"/>
                <a:cs typeface="Arial"/>
              </a:rPr>
              <a:t> </a:t>
            </a:r>
            <a:r>
              <a:rPr lang="es-MX" sz="2200" dirty="0" err="1">
                <a:latin typeface="Arial"/>
                <a:cs typeface="Arial"/>
              </a:rPr>
              <a:t>Orchestra</a:t>
            </a:r>
            <a:r>
              <a:rPr lang="es-MX" sz="2200" dirty="0">
                <a:latin typeface="Arial"/>
                <a:cs typeface="Arial"/>
              </a:rPr>
              <a:t> y </a:t>
            </a:r>
            <a:r>
              <a:rPr lang="es-MX" sz="2200" dirty="0" err="1">
                <a:latin typeface="Arial"/>
                <a:cs typeface="Arial"/>
              </a:rPr>
              <a:t>Bramall</a:t>
            </a:r>
            <a:r>
              <a:rPr lang="es-MX" sz="2200" dirty="0">
                <a:latin typeface="Arial"/>
                <a:cs typeface="Arial"/>
              </a:rPr>
              <a:t>, A.] En </a:t>
            </a:r>
            <a:r>
              <a:rPr lang="es-MX" sz="2200" dirty="0" err="1">
                <a:latin typeface="Arial"/>
                <a:cs typeface="Arial"/>
              </a:rPr>
              <a:t>Mendelssohn</a:t>
            </a:r>
            <a:r>
              <a:rPr lang="es-MX" sz="2200" dirty="0">
                <a:latin typeface="Arial"/>
                <a:cs typeface="Arial"/>
              </a:rPr>
              <a:t> A </a:t>
            </a:r>
            <a:r>
              <a:rPr lang="es-MX" sz="2200" dirty="0" err="1">
                <a:latin typeface="Arial"/>
                <a:cs typeface="Arial"/>
              </a:rPr>
              <a:t>Midsummer</a:t>
            </a:r>
            <a:r>
              <a:rPr lang="es-MX" sz="2200" dirty="0">
                <a:latin typeface="Arial"/>
                <a:cs typeface="Arial"/>
              </a:rPr>
              <a:t> </a:t>
            </a:r>
            <a:r>
              <a:rPr lang="es-MX" sz="2200" dirty="0" err="1">
                <a:latin typeface="Arial"/>
                <a:cs typeface="Arial"/>
              </a:rPr>
              <a:t>Night's</a:t>
            </a:r>
            <a:r>
              <a:rPr lang="es-MX" sz="2200" dirty="0">
                <a:latin typeface="Arial"/>
                <a:cs typeface="Arial"/>
              </a:rPr>
              <a:t> </a:t>
            </a:r>
            <a:r>
              <a:rPr lang="es-MX" sz="2200" dirty="0" err="1">
                <a:latin typeface="Arial"/>
                <a:cs typeface="Arial"/>
              </a:rPr>
              <a:t>Dream</a:t>
            </a:r>
            <a:r>
              <a:rPr lang="es-MX" sz="2200" dirty="0">
                <a:latin typeface="Arial"/>
                <a:cs typeface="Arial"/>
              </a:rPr>
              <a:t>. </a:t>
            </a:r>
            <a:r>
              <a:rPr lang="es-MX" sz="2200" dirty="0" err="1">
                <a:latin typeface="Arial"/>
                <a:cs typeface="Arial"/>
              </a:rPr>
              <a:t>Naxos</a:t>
            </a:r>
            <a:r>
              <a:rPr lang="es-MX" sz="2200" dirty="0">
                <a:latin typeface="Arial"/>
                <a:cs typeface="Arial"/>
              </a:rPr>
              <a:t>. (Obra original publicada en 1842)  </a:t>
            </a:r>
            <a:r>
              <a:rPr lang="es-MX" sz="2200" dirty="0" err="1">
                <a:latin typeface="Arial"/>
                <a:cs typeface="Arial"/>
              </a:rPr>
              <a:t>Track</a:t>
            </a:r>
            <a:r>
              <a:rPr lang="es-MX" sz="2200" dirty="0">
                <a:latin typeface="Arial"/>
                <a:cs typeface="Arial"/>
              </a:rPr>
              <a:t>: 5 y </a:t>
            </a:r>
            <a:r>
              <a:rPr lang="es-MX" sz="2200" dirty="0">
                <a:solidFill>
                  <a:schemeClr val="accent2">
                    <a:lumMod val="75000"/>
                  </a:schemeClr>
                </a:solidFill>
                <a:latin typeface="Arial"/>
                <a:cs typeface="Arial"/>
              </a:rPr>
              <a:t>Número de Catálogo: </a:t>
            </a:r>
            <a:r>
              <a:rPr lang="en-US" sz="2200" dirty="0">
                <a:solidFill>
                  <a:schemeClr val="accent2">
                    <a:lumMod val="75000"/>
                  </a:schemeClr>
                </a:solidFill>
                <a:latin typeface="Arial"/>
                <a:cs typeface="Arial"/>
              </a:rPr>
              <a:t>8.554433</a:t>
            </a:r>
            <a:endParaRPr lang="es-MX" sz="2200" dirty="0">
              <a:solidFill>
                <a:schemeClr val="accent2">
                  <a:lumMod val="75000"/>
                </a:schemeClr>
              </a:solidFill>
              <a:latin typeface="Arial"/>
              <a:cs typeface="Arial"/>
            </a:endParaRPr>
          </a:p>
          <a:p>
            <a:endParaRPr lang="es-MX" sz="2200" dirty="0">
              <a:latin typeface="Arial"/>
              <a:cs typeface="Arial"/>
            </a:endParaRPr>
          </a:p>
          <a:p>
            <a:r>
              <a:rPr lang="es-MX" sz="2200" dirty="0">
                <a:latin typeface="Arial"/>
                <a:cs typeface="Arial"/>
              </a:rPr>
              <a:t> 2.- </a:t>
            </a:r>
            <a:r>
              <a:rPr lang="es-MX" sz="2200" dirty="0">
                <a:solidFill>
                  <a:srgbClr val="0070C0"/>
                </a:solidFill>
                <a:latin typeface="Arial"/>
                <a:cs typeface="Arial"/>
              </a:rPr>
              <a:t>El siguiente ejemplo es la “Danza Macabra” del compositor francés Camille Saint-</a:t>
            </a:r>
            <a:r>
              <a:rPr lang="es-MX" sz="2200" dirty="0" err="1">
                <a:solidFill>
                  <a:srgbClr val="0070C0"/>
                </a:solidFill>
                <a:latin typeface="Arial"/>
                <a:cs typeface="Arial"/>
              </a:rPr>
              <a:t>Saëns</a:t>
            </a:r>
            <a:r>
              <a:rPr lang="es-MX" sz="2200" dirty="0">
                <a:solidFill>
                  <a:srgbClr val="0070C0"/>
                </a:solidFill>
                <a:latin typeface="Arial"/>
                <a:cs typeface="Arial"/>
              </a:rPr>
              <a:t>, en ella se describe a la muerte tocando su violín.</a:t>
            </a:r>
          </a:p>
          <a:p>
            <a:pPr marL="342900" indent="-342900">
              <a:buFont typeface="Wingdings" panose="05000000000000000000" pitchFamily="2" charset="2"/>
              <a:buChar char="Ø"/>
            </a:pPr>
            <a:r>
              <a:rPr lang="es-MX" sz="2200" dirty="0">
                <a:latin typeface="Arial"/>
                <a:cs typeface="Arial"/>
              </a:rPr>
              <a:t>Saint-</a:t>
            </a:r>
            <a:r>
              <a:rPr lang="es-MX" sz="2200" dirty="0" err="1">
                <a:latin typeface="Arial"/>
                <a:cs typeface="Arial"/>
              </a:rPr>
              <a:t>Saëns</a:t>
            </a:r>
            <a:r>
              <a:rPr lang="es-MX" sz="2200" dirty="0">
                <a:latin typeface="Arial"/>
                <a:cs typeface="Arial"/>
              </a:rPr>
              <a:t>, C. (2015). </a:t>
            </a:r>
            <a:r>
              <a:rPr lang="es-MX" sz="2200" dirty="0" err="1">
                <a:latin typeface="Arial"/>
                <a:cs typeface="Arial"/>
              </a:rPr>
              <a:t>Danse</a:t>
            </a:r>
            <a:r>
              <a:rPr lang="es-MX" sz="2200" dirty="0">
                <a:latin typeface="Arial"/>
                <a:cs typeface="Arial"/>
              </a:rPr>
              <a:t> </a:t>
            </a:r>
            <a:r>
              <a:rPr lang="es-MX" sz="2200" dirty="0" err="1">
                <a:latin typeface="Arial"/>
                <a:cs typeface="Arial"/>
              </a:rPr>
              <a:t>Macabre</a:t>
            </a:r>
            <a:r>
              <a:rPr lang="es-MX" sz="2200" dirty="0">
                <a:latin typeface="Arial"/>
                <a:cs typeface="Arial"/>
              </a:rPr>
              <a:t>, </a:t>
            </a:r>
            <a:r>
              <a:rPr lang="es-MX" sz="2200" dirty="0" err="1">
                <a:latin typeface="Arial"/>
                <a:cs typeface="Arial"/>
              </a:rPr>
              <a:t>Op</a:t>
            </a:r>
            <a:r>
              <a:rPr lang="es-MX" sz="2200" dirty="0">
                <a:latin typeface="Arial"/>
                <a:cs typeface="Arial"/>
              </a:rPr>
              <a:t>. 40 [obra grabada por Malmö </a:t>
            </a:r>
            <a:r>
              <a:rPr lang="es-MX" sz="2200" dirty="0" err="1">
                <a:latin typeface="Arial"/>
                <a:cs typeface="Arial"/>
              </a:rPr>
              <a:t>Symphony</a:t>
            </a:r>
            <a:r>
              <a:rPr lang="es-MX" sz="2200" dirty="0">
                <a:latin typeface="Arial"/>
                <a:cs typeface="Arial"/>
              </a:rPr>
              <a:t> </a:t>
            </a:r>
            <a:r>
              <a:rPr lang="es-MX" sz="2200" dirty="0" err="1">
                <a:latin typeface="Arial"/>
                <a:cs typeface="Arial"/>
              </a:rPr>
              <a:t>Orchestra</a:t>
            </a:r>
            <a:r>
              <a:rPr lang="es-MX" sz="2200" dirty="0">
                <a:latin typeface="Arial"/>
                <a:cs typeface="Arial"/>
              </a:rPr>
              <a:t>, y </a:t>
            </a:r>
            <a:r>
              <a:rPr lang="es-MX" sz="2200" dirty="0" err="1">
                <a:latin typeface="Arial"/>
                <a:cs typeface="Arial"/>
              </a:rPr>
              <a:t>Soustrot</a:t>
            </a:r>
            <a:r>
              <a:rPr lang="es-MX" sz="2200" dirty="0">
                <a:latin typeface="Arial"/>
                <a:cs typeface="Arial"/>
              </a:rPr>
              <a:t>, M.] En SAINT-SAËNS </a:t>
            </a:r>
            <a:r>
              <a:rPr lang="es-MX" sz="2200" dirty="0" err="1">
                <a:latin typeface="Arial"/>
                <a:cs typeface="Arial"/>
              </a:rPr>
              <a:t>Symphonies</a:t>
            </a:r>
            <a:r>
              <a:rPr lang="es-MX" sz="2200" dirty="0">
                <a:latin typeface="Arial"/>
                <a:cs typeface="Arial"/>
              </a:rPr>
              <a:t>, Vol. 3. </a:t>
            </a:r>
            <a:r>
              <a:rPr lang="es-MX" sz="2200" dirty="0" err="1">
                <a:latin typeface="Arial"/>
                <a:cs typeface="Arial"/>
              </a:rPr>
              <a:t>Naxos</a:t>
            </a:r>
            <a:r>
              <a:rPr lang="es-MX" sz="2200" dirty="0">
                <a:latin typeface="Arial"/>
                <a:cs typeface="Arial"/>
              </a:rPr>
              <a:t>. (Obra original publicada en 1874)  </a:t>
            </a:r>
            <a:r>
              <a:rPr lang="es-MX" sz="2200" dirty="0" err="1">
                <a:latin typeface="Arial"/>
                <a:cs typeface="Arial"/>
              </a:rPr>
              <a:t>Track</a:t>
            </a:r>
            <a:r>
              <a:rPr lang="es-MX" sz="2200" dirty="0">
                <a:latin typeface="Arial"/>
                <a:cs typeface="Arial"/>
              </a:rPr>
              <a:t>: 6 y </a:t>
            </a:r>
            <a:r>
              <a:rPr lang="es-MX" sz="2200" dirty="0">
                <a:solidFill>
                  <a:schemeClr val="accent2">
                    <a:lumMod val="75000"/>
                  </a:schemeClr>
                </a:solidFill>
                <a:latin typeface="Arial"/>
                <a:cs typeface="Arial"/>
              </a:rPr>
              <a:t>Número de Catálogo: 8.573140</a:t>
            </a:r>
          </a:p>
          <a:p>
            <a:endParaRPr lang="es-MX" sz="2200" dirty="0">
              <a:latin typeface="Arial" panose="020B0604020202020204" pitchFamily="34" charset="0"/>
              <a:cs typeface="Arial" panose="020B0604020202020204" pitchFamily="34" charset="0"/>
            </a:endParaRPr>
          </a:p>
          <a:p>
            <a:r>
              <a:rPr lang="es-MX" sz="2200" dirty="0">
                <a:latin typeface="Arial" panose="020B0604020202020204" pitchFamily="34" charset="0"/>
                <a:cs typeface="Arial" panose="020B0604020202020204" pitchFamily="34" charset="0"/>
              </a:rPr>
              <a:t>3.-</a:t>
            </a:r>
            <a:r>
              <a:rPr lang="es-MX" sz="2200" dirty="0">
                <a:highlight>
                  <a:srgbClr val="008000"/>
                </a:highlight>
                <a:latin typeface="Arial" panose="020B0604020202020204" pitchFamily="34" charset="0"/>
                <a:cs typeface="Arial" panose="020B0604020202020204" pitchFamily="34" charset="0"/>
              </a:rPr>
              <a:t> </a:t>
            </a:r>
            <a:r>
              <a:rPr lang="es-MX" sz="2200" dirty="0">
                <a:latin typeface="Arial" panose="020B0604020202020204" pitchFamily="34" charset="0"/>
                <a:ea typeface="Arial" panose="020B0604020202020204" pitchFamily="34" charset="0"/>
                <a:cs typeface="Arial" panose="020B0604020202020204" pitchFamily="34" charset="0"/>
              </a:rPr>
              <a:t>“</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El carnaval de los animales” también de Camille Saint-</a:t>
            </a:r>
            <a:r>
              <a:rPr lang="es-MX" sz="2200" dirty="0" err="1">
                <a:solidFill>
                  <a:srgbClr val="0070C0"/>
                </a:solidFill>
                <a:latin typeface="Arial" panose="020B0604020202020204" pitchFamily="34" charset="0"/>
                <a:ea typeface="Arial" panose="020B0604020202020204" pitchFamily="34" charset="0"/>
                <a:cs typeface="Arial" panose="020B0604020202020204" pitchFamily="34" charset="0"/>
              </a:rPr>
              <a:t>Saëns</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 fue inspirada en diversos animales que el compositor pudo representar con música.</a:t>
            </a:r>
          </a:p>
          <a:p>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 Disfruta del humor e imaginación del compositor, con estos animalitos.</a:t>
            </a:r>
          </a:p>
          <a:p>
            <a:r>
              <a:rPr lang="es-MX" sz="2200" dirty="0">
                <a:latin typeface="Arial" panose="020B0604020202020204" pitchFamily="34" charset="0"/>
                <a:ea typeface="Arial" panose="020B0604020202020204" pitchFamily="34" charset="0"/>
                <a:cs typeface="Arial" panose="020B0604020202020204" pitchFamily="34" charset="0"/>
              </a:rPr>
              <a:t>Saint-</a:t>
            </a:r>
            <a:r>
              <a:rPr lang="es-MX" sz="2200" dirty="0" err="1">
                <a:latin typeface="Arial" panose="020B0604020202020204" pitchFamily="34" charset="0"/>
                <a:ea typeface="Arial" panose="020B0604020202020204" pitchFamily="34" charset="0"/>
                <a:cs typeface="Arial" panose="020B0604020202020204" pitchFamily="34" charset="0"/>
              </a:rPr>
              <a:t>Saëns</a:t>
            </a:r>
            <a:r>
              <a:rPr lang="es-MX" sz="2200" dirty="0">
                <a:latin typeface="Arial" panose="020B0604020202020204" pitchFamily="34" charset="0"/>
                <a:ea typeface="Arial" panose="020B0604020202020204" pitchFamily="34" charset="0"/>
                <a:cs typeface="Arial" panose="020B0604020202020204" pitchFamily="34" charset="0"/>
              </a:rPr>
              <a:t>, C. (2020). Le Carnaval des </a:t>
            </a:r>
            <a:r>
              <a:rPr lang="es-MX" sz="2200" dirty="0" err="1">
                <a:latin typeface="Arial" panose="020B0604020202020204" pitchFamily="34" charset="0"/>
                <a:ea typeface="Arial" panose="020B0604020202020204" pitchFamily="34" charset="0"/>
                <a:cs typeface="Arial" panose="020B0604020202020204" pitchFamily="34" charset="0"/>
              </a:rPr>
              <a:t>animaux</a:t>
            </a:r>
            <a:r>
              <a:rPr lang="es-MX" sz="2200" dirty="0">
                <a:latin typeface="Arial" panose="020B0604020202020204" pitchFamily="34" charset="0"/>
                <a:ea typeface="Arial" panose="020B0604020202020204" pitchFamily="34" charset="0"/>
                <a:cs typeface="Arial" panose="020B0604020202020204" pitchFamily="34" charset="0"/>
              </a:rPr>
              <a:t> (el carnaval de los animales) [obra grabada por </a:t>
            </a:r>
            <a:r>
              <a:rPr lang="es-MX" sz="2200" dirty="0" err="1">
                <a:latin typeface="Arial" panose="020B0604020202020204" pitchFamily="34" charset="0"/>
                <a:ea typeface="Arial" panose="020B0604020202020204" pitchFamily="34" charset="0"/>
                <a:cs typeface="Arial" panose="020B0604020202020204" pitchFamily="34" charset="0"/>
              </a:rPr>
              <a:t>Lortie</a:t>
            </a:r>
            <a:r>
              <a:rPr lang="es-MX" sz="2200" dirty="0">
                <a:latin typeface="Arial" panose="020B0604020202020204" pitchFamily="34" charset="0"/>
                <a:ea typeface="Arial" panose="020B0604020202020204" pitchFamily="34" charset="0"/>
                <a:cs typeface="Arial" panose="020B0604020202020204" pitchFamily="34" charset="0"/>
              </a:rPr>
              <a:t>, L., </a:t>
            </a:r>
            <a:r>
              <a:rPr lang="es-MX" sz="2200" dirty="0" err="1">
                <a:latin typeface="Arial" panose="020B0604020202020204" pitchFamily="34" charset="0"/>
                <a:ea typeface="Arial" panose="020B0604020202020204" pitchFamily="34" charset="0"/>
                <a:cs typeface="Arial" panose="020B0604020202020204" pitchFamily="34" charset="0"/>
              </a:rPr>
              <a:t>Mercier</a:t>
            </a:r>
            <a:r>
              <a:rPr lang="es-MX" sz="2200" dirty="0">
                <a:latin typeface="Arial" panose="020B0604020202020204" pitchFamily="34" charset="0"/>
                <a:ea typeface="Arial" panose="020B0604020202020204" pitchFamily="34" charset="0"/>
                <a:cs typeface="Arial" panose="020B0604020202020204" pitchFamily="34" charset="0"/>
              </a:rPr>
              <a:t>, H., </a:t>
            </a:r>
            <a:r>
              <a:rPr lang="es-MX" sz="2200" dirty="0" err="1">
                <a:latin typeface="Arial" panose="020B0604020202020204" pitchFamily="34" charset="0"/>
                <a:ea typeface="Arial" panose="020B0604020202020204" pitchFamily="34" charset="0"/>
                <a:cs typeface="Arial" panose="020B0604020202020204" pitchFamily="34" charset="0"/>
              </a:rPr>
              <a:t>Järvi</a:t>
            </a:r>
            <a:r>
              <a:rPr lang="es-MX" sz="2200" dirty="0">
                <a:latin typeface="Arial" panose="020B0604020202020204" pitchFamily="34" charset="0"/>
                <a:ea typeface="Arial" panose="020B0604020202020204" pitchFamily="34" charset="0"/>
                <a:cs typeface="Arial" panose="020B0604020202020204" pitchFamily="34" charset="0"/>
              </a:rPr>
              <a:t>, N., y Bergen </a:t>
            </a:r>
            <a:r>
              <a:rPr lang="es-MX" sz="2200" dirty="0" err="1">
                <a:latin typeface="Arial" panose="020B0604020202020204" pitchFamily="34" charset="0"/>
                <a:ea typeface="Arial" panose="020B0604020202020204" pitchFamily="34" charset="0"/>
                <a:cs typeface="Arial" panose="020B0604020202020204" pitchFamily="34" charset="0"/>
              </a:rPr>
              <a:t>Philharmonic</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Orchestra</a:t>
            </a:r>
            <a:r>
              <a:rPr lang="es-MX" sz="2200" dirty="0">
                <a:latin typeface="Arial" panose="020B0604020202020204" pitchFamily="34" charset="0"/>
                <a:ea typeface="Arial" panose="020B0604020202020204" pitchFamily="34" charset="0"/>
                <a:cs typeface="Arial" panose="020B0604020202020204" pitchFamily="34" charset="0"/>
              </a:rPr>
              <a:t>] En SAINT-SAËNS: Cello </a:t>
            </a:r>
            <a:r>
              <a:rPr lang="es-MX" sz="2200" dirty="0" err="1">
                <a:latin typeface="Arial" panose="020B0604020202020204" pitchFamily="34" charset="0"/>
                <a:ea typeface="Arial" panose="020B0604020202020204" pitchFamily="34" charset="0"/>
                <a:cs typeface="Arial" panose="020B0604020202020204" pitchFamily="34" charset="0"/>
              </a:rPr>
              <a:t>Concertos</a:t>
            </a:r>
            <a:r>
              <a:rPr lang="es-MX" sz="2200" dirty="0">
                <a:latin typeface="Arial" panose="020B0604020202020204" pitchFamily="34" charset="0"/>
                <a:ea typeface="Arial" panose="020B0604020202020204" pitchFamily="34" charset="0"/>
                <a:cs typeface="Arial" panose="020B0604020202020204" pitchFamily="34" charset="0"/>
              </a:rPr>
              <a:t> Nos. 1 and 2, Le carnaval des </a:t>
            </a:r>
            <a:r>
              <a:rPr lang="es-MX" sz="2200" dirty="0" err="1">
                <a:latin typeface="Arial" panose="020B0604020202020204" pitchFamily="34" charset="0"/>
                <a:ea typeface="Arial" panose="020B0604020202020204" pitchFamily="34" charset="0"/>
                <a:cs typeface="Arial" panose="020B0604020202020204" pitchFamily="34" charset="0"/>
              </a:rPr>
              <a:t>animaux</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Wedding</a:t>
            </a:r>
            <a:r>
              <a:rPr lang="es-MX" sz="2200" dirty="0">
                <a:latin typeface="Arial" panose="020B0604020202020204" pitchFamily="34" charset="0"/>
                <a:ea typeface="Arial" panose="020B0604020202020204" pitchFamily="34" charset="0"/>
                <a:cs typeface="Arial" panose="020B0604020202020204" pitchFamily="34" charset="0"/>
              </a:rPr>
              <a:t> Cake, </a:t>
            </a:r>
            <a:r>
              <a:rPr lang="es-MX" sz="2200" dirty="0" err="1">
                <a:latin typeface="Arial" panose="020B0604020202020204" pitchFamily="34" charset="0"/>
                <a:ea typeface="Arial" panose="020B0604020202020204" pitchFamily="34" charset="0"/>
                <a:cs typeface="Arial" panose="020B0604020202020204" pitchFamily="34" charset="0"/>
              </a:rPr>
              <a:t>Africa</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Chandos</a:t>
            </a:r>
            <a:r>
              <a:rPr lang="es-MX" sz="2200" dirty="0">
                <a:latin typeface="Arial" panose="020B0604020202020204" pitchFamily="34" charset="0"/>
                <a:ea typeface="Arial" panose="020B0604020202020204" pitchFamily="34" charset="0"/>
                <a:cs typeface="Arial" panose="020B0604020202020204" pitchFamily="34" charset="0"/>
              </a:rPr>
              <a:t>. (Obra original publicada en 1886). CD </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No. de catálogo: CHSA5162. </a:t>
            </a:r>
            <a:r>
              <a:rPr lang="es-MX" sz="2200" dirty="0" err="1">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Tracks</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 6 a 19.</a:t>
            </a:r>
          </a:p>
          <a:p>
            <a:endParaRPr lang="es-MX" sz="2200" dirty="0">
              <a:effectLst/>
              <a:latin typeface="Arial" panose="020B0604020202020204" pitchFamily="34" charset="0"/>
              <a:ea typeface="Arial" panose="020B0604020202020204" pitchFamily="34" charset="0"/>
              <a:cs typeface="Arial" panose="020B0604020202020204" pitchFamily="34" charset="0"/>
            </a:endParaRPr>
          </a:p>
          <a:p>
            <a:r>
              <a:rPr lang="es-MX" sz="2200" dirty="0">
                <a:effectLst/>
                <a:latin typeface="Arial" panose="020B0604020202020204" pitchFamily="34" charset="0"/>
                <a:ea typeface="Arial" panose="020B0604020202020204" pitchFamily="34" charset="0"/>
                <a:cs typeface="Arial" panose="020B0604020202020204" pitchFamily="34" charset="0"/>
              </a:rPr>
              <a:t>4</a:t>
            </a:r>
            <a:r>
              <a:rPr lang="es-MX" sz="2200" dirty="0">
                <a:solidFill>
                  <a:srgbClr val="0070C0"/>
                </a:solidFill>
                <a:effectLst/>
                <a:latin typeface="Arial" panose="020B0604020202020204" pitchFamily="34" charset="0"/>
                <a:ea typeface="Arial" panose="020B0604020202020204" pitchFamily="34" charset="0"/>
                <a:cs typeface="Arial" panose="020B0604020202020204" pitchFamily="34" charset="0"/>
              </a:rPr>
              <a:t>.- Ahora, la “</a:t>
            </a:r>
            <a:r>
              <a:rPr lang="es-MX" sz="2200" b="1" i="1" dirty="0">
                <a:solidFill>
                  <a:srgbClr val="0070C0"/>
                </a:solidFill>
                <a:effectLst/>
                <a:latin typeface="Arial" panose="020B0604020202020204" pitchFamily="34" charset="0"/>
                <a:ea typeface="Arial" panose="020B0604020202020204" pitchFamily="34" charset="0"/>
                <a:cs typeface="Arial" panose="020B0604020202020204" pitchFamily="34" charset="0"/>
              </a:rPr>
              <a:t>Canción de Cuna</a:t>
            </a:r>
            <a:r>
              <a:rPr lang="es-MX" sz="2200" dirty="0">
                <a:solidFill>
                  <a:srgbClr val="0070C0"/>
                </a:solidFill>
                <a:effectLst/>
                <a:latin typeface="Arial" panose="020B0604020202020204" pitchFamily="34" charset="0"/>
                <a:ea typeface="Arial" panose="020B0604020202020204" pitchFamily="34" charset="0"/>
                <a:cs typeface="Arial" panose="020B0604020202020204" pitchFamily="34" charset="0"/>
              </a:rPr>
              <a:t>”. Esta canción la hemos escuchado muchas veces en los medios. Aquí podremos apreciar la versión original en alemán, titulada "</a:t>
            </a:r>
            <a:r>
              <a:rPr lang="es-MX" sz="2200" i="1" dirty="0" err="1">
                <a:solidFill>
                  <a:srgbClr val="0070C0"/>
                </a:solidFill>
                <a:effectLst/>
                <a:latin typeface="Arial" panose="020B0604020202020204" pitchFamily="34" charset="0"/>
                <a:ea typeface="Arial" panose="020B0604020202020204" pitchFamily="34" charset="0"/>
                <a:cs typeface="Arial" panose="020B0604020202020204" pitchFamily="34" charset="0"/>
              </a:rPr>
              <a:t>Guten</a:t>
            </a:r>
            <a:r>
              <a:rPr lang="es-MX" sz="2200" i="1" dirty="0">
                <a:solidFill>
                  <a:srgbClr val="0070C0"/>
                </a:solidFill>
                <a:effectLst/>
                <a:latin typeface="Arial" panose="020B0604020202020204" pitchFamily="34" charset="0"/>
                <a:ea typeface="Arial" panose="020B0604020202020204" pitchFamily="34" charset="0"/>
                <a:cs typeface="Arial" panose="020B0604020202020204" pitchFamily="34" charset="0"/>
              </a:rPr>
              <a:t> </a:t>
            </a:r>
            <a:r>
              <a:rPr lang="es-MX" sz="2200" i="1" dirty="0" err="1">
                <a:solidFill>
                  <a:srgbClr val="0070C0"/>
                </a:solidFill>
                <a:effectLst/>
                <a:latin typeface="Arial" panose="020B0604020202020204" pitchFamily="34" charset="0"/>
                <a:ea typeface="Arial" panose="020B0604020202020204" pitchFamily="34" charset="0"/>
                <a:cs typeface="Arial" panose="020B0604020202020204" pitchFamily="34" charset="0"/>
              </a:rPr>
              <a:t>abend</a:t>
            </a:r>
            <a:r>
              <a:rPr lang="es-MX" sz="2200" i="1" dirty="0">
                <a:solidFill>
                  <a:srgbClr val="0070C0"/>
                </a:solidFill>
                <a:effectLst/>
                <a:latin typeface="Arial" panose="020B0604020202020204" pitchFamily="34" charset="0"/>
                <a:ea typeface="Arial" panose="020B0604020202020204" pitchFamily="34" charset="0"/>
                <a:cs typeface="Arial" panose="020B0604020202020204" pitchFamily="34" charset="0"/>
              </a:rPr>
              <a:t> </a:t>
            </a:r>
            <a:r>
              <a:rPr lang="es-MX" sz="2200" i="1" dirty="0" err="1">
                <a:solidFill>
                  <a:srgbClr val="0070C0"/>
                </a:solidFill>
                <a:effectLst/>
                <a:latin typeface="Arial" panose="020B0604020202020204" pitchFamily="34" charset="0"/>
                <a:ea typeface="Arial" panose="020B0604020202020204" pitchFamily="34" charset="0"/>
                <a:cs typeface="Arial" panose="020B0604020202020204" pitchFamily="34" charset="0"/>
              </a:rPr>
              <a:t>guten</a:t>
            </a:r>
            <a:r>
              <a:rPr lang="es-MX" sz="2200" i="1" dirty="0">
                <a:solidFill>
                  <a:srgbClr val="0070C0"/>
                </a:solidFill>
                <a:effectLst/>
                <a:latin typeface="Arial" panose="020B0604020202020204" pitchFamily="34" charset="0"/>
                <a:ea typeface="Arial" panose="020B0604020202020204" pitchFamily="34" charset="0"/>
                <a:cs typeface="Arial" panose="020B0604020202020204" pitchFamily="34" charset="0"/>
              </a:rPr>
              <a:t> </a:t>
            </a:r>
            <a:r>
              <a:rPr lang="es-MX" sz="2200" i="1" dirty="0" err="1">
                <a:solidFill>
                  <a:srgbClr val="0070C0"/>
                </a:solidFill>
                <a:effectLst/>
                <a:latin typeface="Arial" panose="020B0604020202020204" pitchFamily="34" charset="0"/>
                <a:ea typeface="Arial" panose="020B0604020202020204" pitchFamily="34" charset="0"/>
                <a:cs typeface="Arial" panose="020B0604020202020204" pitchFamily="34" charset="0"/>
              </a:rPr>
              <a:t>nacht</a:t>
            </a:r>
            <a:r>
              <a:rPr lang="es-MX" sz="2200" dirty="0">
                <a:solidFill>
                  <a:srgbClr val="0070C0"/>
                </a:solidFill>
                <a:effectLst/>
                <a:latin typeface="Arial" panose="020B0604020202020204" pitchFamily="34" charset="0"/>
                <a:ea typeface="Arial" panose="020B0604020202020204" pitchFamily="34" charset="0"/>
                <a:cs typeface="Arial" panose="020B0604020202020204" pitchFamily="34" charset="0"/>
              </a:rPr>
              <a:t>" del compositor Alemán Johannes </a:t>
            </a:r>
            <a:r>
              <a:rPr lang="es-MX" sz="2200" b="1" dirty="0">
                <a:solidFill>
                  <a:srgbClr val="0070C0"/>
                </a:solidFill>
                <a:effectLst/>
                <a:latin typeface="Arial" panose="020B0604020202020204" pitchFamily="34" charset="0"/>
                <a:ea typeface="Arial" panose="020B0604020202020204" pitchFamily="34" charset="0"/>
                <a:cs typeface="Arial" panose="020B0604020202020204" pitchFamily="34" charset="0"/>
              </a:rPr>
              <a:t>Brahms</a:t>
            </a:r>
            <a:r>
              <a:rPr lang="es-MX" sz="2200" dirty="0">
                <a:solidFill>
                  <a:srgbClr val="0070C0"/>
                </a:solidFill>
                <a:effectLst/>
                <a:latin typeface="Arial" panose="020B0604020202020204" pitchFamily="34" charset="0"/>
                <a:ea typeface="Arial" panose="020B0604020202020204" pitchFamily="34" charset="0"/>
                <a:cs typeface="Arial" panose="020B0604020202020204" pitchFamily="34" charset="0"/>
              </a:rPr>
              <a:t>. Fue publicada en el año de </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1868. Esta canción es una faceta muy contrastante del compositor, quien se destacó por la seriedad y el gran tamaño de sus demás obras.</a:t>
            </a:r>
          </a:p>
          <a:p>
            <a:pPr marL="342900" indent="-342900">
              <a:buFont typeface="Wingdings" panose="05000000000000000000" pitchFamily="2" charset="2"/>
              <a:buChar char="Ø"/>
            </a:pPr>
            <a:r>
              <a:rPr lang="es-MX" sz="2200" dirty="0">
                <a:latin typeface="Arial" panose="020B0604020202020204" pitchFamily="34" charset="0"/>
                <a:ea typeface="Arial" panose="020B0604020202020204" pitchFamily="34" charset="0"/>
                <a:cs typeface="Arial" panose="020B0604020202020204" pitchFamily="34" charset="0"/>
              </a:rPr>
              <a:t>Brahms, J. (2001). </a:t>
            </a:r>
            <a:r>
              <a:rPr lang="es-MX" sz="2200" dirty="0" err="1">
                <a:latin typeface="Arial" panose="020B0604020202020204" pitchFamily="34" charset="0"/>
                <a:ea typeface="Arial" panose="020B0604020202020204" pitchFamily="34" charset="0"/>
                <a:cs typeface="Arial" panose="020B0604020202020204" pitchFamily="34" charset="0"/>
              </a:rPr>
              <a:t>Wiegenlied</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Op</a:t>
            </a:r>
            <a:r>
              <a:rPr lang="es-MX" sz="2200" dirty="0">
                <a:latin typeface="Arial" panose="020B0604020202020204" pitchFamily="34" charset="0"/>
                <a:ea typeface="Arial" panose="020B0604020202020204" pitchFamily="34" charset="0"/>
                <a:cs typeface="Arial" panose="020B0604020202020204" pitchFamily="34" charset="0"/>
              </a:rPr>
              <a:t>. 49: No. 4 (canción de cuna) [obra grabada por </a:t>
            </a:r>
            <a:r>
              <a:rPr lang="es-MX" sz="2200" dirty="0" err="1">
                <a:latin typeface="Arial" panose="020B0604020202020204" pitchFamily="34" charset="0"/>
                <a:ea typeface="Arial" panose="020B0604020202020204" pitchFamily="34" charset="0"/>
                <a:cs typeface="Arial" panose="020B0604020202020204" pitchFamily="34" charset="0"/>
              </a:rPr>
              <a:t>Banse</a:t>
            </a:r>
            <a:r>
              <a:rPr lang="es-MX" sz="2200" dirty="0">
                <a:latin typeface="Arial" panose="020B0604020202020204" pitchFamily="34" charset="0"/>
                <a:ea typeface="Arial" panose="020B0604020202020204" pitchFamily="34" charset="0"/>
                <a:cs typeface="Arial" panose="020B0604020202020204" pitchFamily="34" charset="0"/>
              </a:rPr>
              <a:t>, J. y </a:t>
            </a:r>
            <a:r>
              <a:rPr lang="es-MX" sz="2200" dirty="0" err="1">
                <a:latin typeface="Arial" panose="020B0604020202020204" pitchFamily="34" charset="0"/>
                <a:ea typeface="Arial" panose="020B0604020202020204" pitchFamily="34" charset="0"/>
                <a:cs typeface="Arial" panose="020B0604020202020204" pitchFamily="34" charset="0"/>
              </a:rPr>
              <a:t>Deutsch</a:t>
            </a:r>
            <a:r>
              <a:rPr lang="es-MX" sz="2200" dirty="0">
                <a:latin typeface="Arial" panose="020B0604020202020204" pitchFamily="34" charset="0"/>
                <a:ea typeface="Arial" panose="020B0604020202020204" pitchFamily="34" charset="0"/>
                <a:cs typeface="Arial" panose="020B0604020202020204" pitchFamily="34" charset="0"/>
              </a:rPr>
              <a:t>, H.]. En Johannes Brahms: Lieder, Complete </a:t>
            </a:r>
            <a:r>
              <a:rPr lang="es-MX" sz="2200" dirty="0" err="1">
                <a:latin typeface="Arial" panose="020B0604020202020204" pitchFamily="34" charset="0"/>
                <a:ea typeface="Arial" panose="020B0604020202020204" pitchFamily="34" charset="0"/>
                <a:cs typeface="Arial" panose="020B0604020202020204" pitchFamily="34" charset="0"/>
              </a:rPr>
              <a:t>Edition</a:t>
            </a:r>
            <a:r>
              <a:rPr lang="es-MX" sz="2200" dirty="0">
                <a:latin typeface="Arial" panose="020B0604020202020204" pitchFamily="34" charset="0"/>
                <a:ea typeface="Arial" panose="020B0604020202020204" pitchFamily="34" charset="0"/>
                <a:cs typeface="Arial" panose="020B0604020202020204" pitchFamily="34" charset="0"/>
              </a:rPr>
              <a:t>, Vol. 4. CPO (</a:t>
            </a:r>
            <a:r>
              <a:rPr lang="es-MX" sz="2200" dirty="0" err="1">
                <a:latin typeface="Arial" panose="020B0604020202020204" pitchFamily="34" charset="0"/>
                <a:ea typeface="Arial" panose="020B0604020202020204" pitchFamily="34" charset="0"/>
                <a:cs typeface="Arial" panose="020B0604020202020204" pitchFamily="34" charset="0"/>
              </a:rPr>
              <a:t>Classic</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Produktion</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Osnabrück</a:t>
            </a:r>
            <a:r>
              <a:rPr lang="es-MX" sz="2200" dirty="0">
                <a:latin typeface="Arial" panose="020B0604020202020204" pitchFamily="34" charset="0"/>
                <a:ea typeface="Arial" panose="020B0604020202020204" pitchFamily="34" charset="0"/>
                <a:cs typeface="Arial" panose="020B0604020202020204" pitchFamily="34" charset="0"/>
              </a:rPr>
              <a:t>). (Obra original publicada en 1868)  </a:t>
            </a:r>
            <a:r>
              <a:rPr lang="es-MX" sz="2200" dirty="0" err="1">
                <a:latin typeface="Arial" panose="020B0604020202020204" pitchFamily="34" charset="0"/>
                <a:ea typeface="Arial" panose="020B0604020202020204" pitchFamily="34" charset="0"/>
                <a:cs typeface="Arial" panose="020B0604020202020204" pitchFamily="34" charset="0"/>
              </a:rPr>
              <a:t>Track</a:t>
            </a:r>
            <a:r>
              <a:rPr lang="es-MX" sz="2200" dirty="0">
                <a:latin typeface="Arial" panose="020B0604020202020204" pitchFamily="34" charset="0"/>
                <a:ea typeface="Arial" panose="020B0604020202020204" pitchFamily="34" charset="0"/>
                <a:cs typeface="Arial" panose="020B0604020202020204" pitchFamily="34" charset="0"/>
              </a:rPr>
              <a:t>: 16 y </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Número de Catálogo: 999444-2</a:t>
            </a:r>
          </a:p>
          <a:p>
            <a:endParaRPr lang="es-MX" sz="2200" dirty="0">
              <a:latin typeface="Arial" panose="020B0604020202020204" pitchFamily="34" charset="0"/>
              <a:ea typeface="Arial" panose="020B0604020202020204" pitchFamily="34" charset="0"/>
              <a:cs typeface="Arial" panose="020B0604020202020204" pitchFamily="34" charset="0"/>
            </a:endParaRPr>
          </a:p>
          <a:p>
            <a:r>
              <a:rPr lang="es-MX" sz="2200" dirty="0">
                <a:latin typeface="Arial" panose="020B0604020202020204" pitchFamily="34" charset="0"/>
                <a:ea typeface="Arial" panose="020B0604020202020204" pitchFamily="34" charset="0"/>
                <a:cs typeface="Arial" panose="020B0604020202020204" pitchFamily="34" charset="0"/>
              </a:rPr>
              <a:t>5.- </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Vals “Voces de primavera” de Johann Strauss escrito en 1882. Los valses son un género de baile que floreció durante el siglo XIX y han trascendido hasta nuestros días como música de concierto, es decir, ya no se tocan en los bailes sino en las salas de concierto.</a:t>
            </a:r>
          </a:p>
          <a:p>
            <a:pPr marL="342900" indent="-342900">
              <a:buFont typeface="Wingdings" panose="05000000000000000000" pitchFamily="2" charset="2"/>
              <a:buChar char="Ø"/>
            </a:pPr>
            <a:r>
              <a:rPr lang="es-MX" sz="2200" dirty="0">
                <a:latin typeface="Arial" panose="020B0604020202020204" pitchFamily="34" charset="0"/>
                <a:ea typeface="Arial" panose="020B0604020202020204" pitchFamily="34" charset="0"/>
                <a:cs typeface="Arial" panose="020B0604020202020204" pitchFamily="34" charset="0"/>
              </a:rPr>
              <a:t>Strauss, J. (1988). </a:t>
            </a:r>
            <a:r>
              <a:rPr lang="es-MX" sz="2200" dirty="0" err="1">
                <a:latin typeface="Arial" panose="020B0604020202020204" pitchFamily="34" charset="0"/>
                <a:ea typeface="Arial" panose="020B0604020202020204" pitchFamily="34" charset="0"/>
                <a:cs typeface="Arial" panose="020B0604020202020204" pitchFamily="34" charset="0"/>
              </a:rPr>
              <a:t>Frühlingsstimmen</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op</a:t>
            </a:r>
            <a:r>
              <a:rPr lang="es-MX" sz="2200" dirty="0">
                <a:latin typeface="Arial" panose="020B0604020202020204" pitchFamily="34" charset="0"/>
                <a:ea typeface="Arial" panose="020B0604020202020204" pitchFamily="34" charset="0"/>
                <a:cs typeface="Arial" panose="020B0604020202020204" pitchFamily="34" charset="0"/>
              </a:rPr>
              <a:t>. 410 (Vals “voces de primavera”) [obra grabada por Strauss Festival </a:t>
            </a:r>
            <a:r>
              <a:rPr lang="es-MX" sz="2200" dirty="0" err="1">
                <a:latin typeface="Arial" panose="020B0604020202020204" pitchFamily="34" charset="0"/>
                <a:ea typeface="Arial" panose="020B0604020202020204" pitchFamily="34" charset="0"/>
                <a:cs typeface="Arial" panose="020B0604020202020204" pitchFamily="34" charset="0"/>
              </a:rPr>
              <a:t>Orchestra</a:t>
            </a:r>
            <a:r>
              <a:rPr lang="es-MX" sz="2200" dirty="0">
                <a:latin typeface="Arial" panose="020B0604020202020204" pitchFamily="34" charset="0"/>
                <a:ea typeface="Arial" panose="020B0604020202020204" pitchFamily="34" charset="0"/>
                <a:cs typeface="Arial" panose="020B0604020202020204" pitchFamily="34" charset="0"/>
              </a:rPr>
              <a:t>, y </a:t>
            </a:r>
            <a:r>
              <a:rPr lang="es-MX" sz="2200" dirty="0" err="1">
                <a:latin typeface="Arial" panose="020B0604020202020204" pitchFamily="34" charset="0"/>
                <a:ea typeface="Arial" panose="020B0604020202020204" pitchFamily="34" charset="0"/>
                <a:cs typeface="Arial" panose="020B0604020202020204" pitchFamily="34" charset="0"/>
              </a:rPr>
              <a:t>Lenárd</a:t>
            </a:r>
            <a:r>
              <a:rPr lang="es-MX" sz="2200" dirty="0">
                <a:latin typeface="Arial" panose="020B0604020202020204" pitchFamily="34" charset="0"/>
                <a:ea typeface="Arial" panose="020B0604020202020204" pitchFamily="34" charset="0"/>
                <a:cs typeface="Arial" panose="020B0604020202020204" pitchFamily="34" charset="0"/>
              </a:rPr>
              <a:t>, O.]. En Johann Strauss Jr.: </a:t>
            </a:r>
            <a:r>
              <a:rPr lang="es-MX" sz="2200" dirty="0" err="1">
                <a:latin typeface="Arial" panose="020B0604020202020204" pitchFamily="34" charset="0"/>
                <a:ea typeface="Arial" panose="020B0604020202020204" pitchFamily="34" charset="0"/>
                <a:cs typeface="Arial" panose="020B0604020202020204" pitchFamily="34" charset="0"/>
              </a:rPr>
              <a:t>Most</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Famous</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Waltzes</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Naxos</a:t>
            </a:r>
            <a:r>
              <a:rPr lang="es-MX" sz="2200" dirty="0">
                <a:latin typeface="Arial" panose="020B0604020202020204" pitchFamily="34" charset="0"/>
                <a:ea typeface="Arial" panose="020B0604020202020204" pitchFamily="34" charset="0"/>
                <a:cs typeface="Arial" panose="020B0604020202020204" pitchFamily="34" charset="0"/>
              </a:rPr>
              <a:t>. (Obra original publicada en 1882)  </a:t>
            </a:r>
            <a:r>
              <a:rPr lang="es-MX" sz="2200" dirty="0" err="1">
                <a:latin typeface="Arial" panose="020B0604020202020204" pitchFamily="34" charset="0"/>
                <a:ea typeface="Arial" panose="020B0604020202020204" pitchFamily="34" charset="0"/>
                <a:cs typeface="Arial" panose="020B0604020202020204" pitchFamily="34" charset="0"/>
              </a:rPr>
              <a:t>Track</a:t>
            </a:r>
            <a:r>
              <a:rPr lang="es-MX" sz="2200" dirty="0">
                <a:latin typeface="Arial" panose="020B0604020202020204" pitchFamily="34" charset="0"/>
                <a:ea typeface="Arial" panose="020B0604020202020204" pitchFamily="34" charset="0"/>
                <a:cs typeface="Arial" panose="020B0604020202020204" pitchFamily="34" charset="0"/>
              </a:rPr>
              <a:t>: 2 y </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Número de Catálogo: 8.550152</a:t>
            </a:r>
          </a:p>
          <a:p>
            <a:endParaRPr lang="es-MX" sz="2200" dirty="0">
              <a:latin typeface="Arial" panose="020B0604020202020204" pitchFamily="34" charset="0"/>
              <a:ea typeface="Arial" panose="020B0604020202020204" pitchFamily="34" charset="0"/>
              <a:cs typeface="Arial" panose="020B0604020202020204" pitchFamily="34" charset="0"/>
            </a:endParaRPr>
          </a:p>
          <a:p>
            <a:r>
              <a:rPr lang="es-MX" sz="2200" dirty="0">
                <a:latin typeface="Arial" panose="020B0604020202020204" pitchFamily="34" charset="0"/>
                <a:ea typeface="Arial" panose="020B0604020202020204" pitchFamily="34" charset="0"/>
                <a:cs typeface="Arial" panose="020B0604020202020204" pitchFamily="34" charset="0"/>
              </a:rPr>
              <a:t>6.- </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Trio con piano No. 1 de Johannes Brahms. Esta es otra faceta del compositor de la canción de cuna que escuchamos antes. Es un ejemplo muy bello de música de cámara que muestra la profundidad que puede llegar a tener una obra con sólo tres músicos.</a:t>
            </a:r>
          </a:p>
          <a:p>
            <a:endParaRPr lang="es-MX" sz="2200" dirty="0">
              <a:solidFill>
                <a:srgbClr val="0070C0"/>
              </a:solidFill>
              <a:latin typeface="Arial" panose="020B0604020202020204" pitchFamily="34" charset="0"/>
              <a:ea typeface="Arial" panose="020B0604020202020204" pitchFamily="34" charset="0"/>
              <a:cs typeface="Arial" panose="020B0604020202020204" pitchFamily="34" charset="0"/>
            </a:endParaRPr>
          </a:p>
          <a:p>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Esta obra es un ejemplo de la llamada “música absoluta”, una corriente de pensamiento entre los compositores del siglo XIX, que trataba de desligar la música de cualquier relación con otra cosa que no fuera la música pura. Es decir, fue escrita sin ninguna referencia verbal como un título o alguna explicación para acompañar la obra, cosa que sucedía frecuentemente con las obras que incluían descripciones o títulos que evocaban algo.</a:t>
            </a:r>
          </a:p>
          <a:p>
            <a:endParaRPr lang="es-MX" sz="2200" dirty="0">
              <a:solidFill>
                <a:srgbClr val="0070C0"/>
              </a:solidFill>
              <a:latin typeface="Arial" panose="020B0604020202020204" pitchFamily="34" charset="0"/>
              <a:ea typeface="Arial" panose="020B0604020202020204" pitchFamily="34" charset="0"/>
              <a:cs typeface="Arial" panose="020B0604020202020204" pitchFamily="34" charset="0"/>
            </a:endParaRPr>
          </a:p>
          <a:p>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Es un ejemplo de la maestría de los grandes compositores, pues al compararla con su canción de cuna podemos darnos cuenta de la versatilidad y la capacidad de creación que poseía Brahms compositor.</a:t>
            </a:r>
          </a:p>
          <a:p>
            <a:endParaRPr lang="es-MX" sz="2200" dirty="0">
              <a:latin typeface="Arial" panose="020B0604020202020204" pitchFamily="34" charset="0"/>
              <a:ea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s-MX" sz="2200" dirty="0">
                <a:latin typeface="Arial" panose="020B0604020202020204" pitchFamily="34" charset="0"/>
                <a:ea typeface="Arial" panose="020B0604020202020204" pitchFamily="34" charset="0"/>
                <a:cs typeface="Arial" panose="020B0604020202020204" pitchFamily="34" charset="0"/>
              </a:rPr>
              <a:t>Brahms, J. (1993). Piano Trio No. 1 in B </a:t>
            </a:r>
            <a:r>
              <a:rPr lang="es-MX" sz="2200" dirty="0" err="1">
                <a:latin typeface="Arial" panose="020B0604020202020204" pitchFamily="34" charset="0"/>
                <a:ea typeface="Arial" panose="020B0604020202020204" pitchFamily="34" charset="0"/>
                <a:cs typeface="Arial" panose="020B0604020202020204" pitchFamily="34" charset="0"/>
              </a:rPr>
              <a:t>Major</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Op</a:t>
            </a:r>
            <a:r>
              <a:rPr lang="es-MX" sz="2200" dirty="0">
                <a:latin typeface="Arial" panose="020B0604020202020204" pitchFamily="34" charset="0"/>
                <a:ea typeface="Arial" panose="020B0604020202020204" pitchFamily="34" charset="0"/>
                <a:cs typeface="Arial" panose="020B0604020202020204" pitchFamily="34" charset="0"/>
              </a:rPr>
              <a:t>. 8, 1 Allegro con </a:t>
            </a:r>
            <a:r>
              <a:rPr lang="es-MX" sz="2200" dirty="0" err="1">
                <a:latin typeface="Arial" panose="020B0604020202020204" pitchFamily="34" charset="0"/>
                <a:ea typeface="Arial" panose="020B0604020202020204" pitchFamily="34" charset="0"/>
                <a:cs typeface="Arial" panose="020B0604020202020204" pitchFamily="34" charset="0"/>
              </a:rPr>
              <a:t>brio</a:t>
            </a:r>
            <a:r>
              <a:rPr lang="es-MX" sz="2200" dirty="0">
                <a:latin typeface="Arial" panose="020B0604020202020204" pitchFamily="34" charset="0"/>
                <a:ea typeface="Arial" panose="020B0604020202020204" pitchFamily="34" charset="0"/>
                <a:cs typeface="Arial" panose="020B0604020202020204" pitchFamily="34" charset="0"/>
              </a:rPr>
              <a:t> [obra grabada por Viena Piano Trio]. En Brahms Piano Tríos. </a:t>
            </a:r>
            <a:r>
              <a:rPr lang="es-MX" sz="2200" dirty="0" err="1">
                <a:latin typeface="Arial" panose="020B0604020202020204" pitchFamily="34" charset="0"/>
                <a:ea typeface="Arial" panose="020B0604020202020204" pitchFamily="34" charset="0"/>
                <a:cs typeface="Arial" panose="020B0604020202020204" pitchFamily="34" charset="0"/>
              </a:rPr>
              <a:t>Naxos</a:t>
            </a:r>
            <a:r>
              <a:rPr lang="es-MX" sz="2200" dirty="0">
                <a:latin typeface="Arial" panose="020B0604020202020204" pitchFamily="34" charset="0"/>
                <a:ea typeface="Arial" panose="020B0604020202020204" pitchFamily="34" charset="0"/>
                <a:cs typeface="Arial" panose="020B0604020202020204" pitchFamily="34" charset="0"/>
              </a:rPr>
              <a:t>. (obra original publicada en 1854)  </a:t>
            </a:r>
            <a:r>
              <a:rPr lang="es-MX" sz="2200" dirty="0" err="1">
                <a:latin typeface="Arial" panose="020B0604020202020204" pitchFamily="34" charset="0"/>
                <a:ea typeface="Arial" panose="020B0604020202020204" pitchFamily="34" charset="0"/>
                <a:cs typeface="Arial" panose="020B0604020202020204" pitchFamily="34" charset="0"/>
              </a:rPr>
              <a:t>Track</a:t>
            </a:r>
            <a:r>
              <a:rPr lang="es-MX" sz="2200" dirty="0">
                <a:latin typeface="Arial" panose="020B0604020202020204" pitchFamily="34" charset="0"/>
                <a:ea typeface="Arial" panose="020B0604020202020204" pitchFamily="34" charset="0"/>
                <a:cs typeface="Arial" panose="020B0604020202020204" pitchFamily="34" charset="0"/>
              </a:rPr>
              <a:t>: 1 y </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Número de Catálogo: 8.550746</a:t>
            </a:r>
          </a:p>
          <a:p>
            <a:endParaRPr lang="es-MX" sz="2200" dirty="0">
              <a:latin typeface="Arial" panose="020B0604020202020204" pitchFamily="34" charset="0"/>
              <a:ea typeface="Arial" panose="020B0604020202020204" pitchFamily="34" charset="0"/>
              <a:cs typeface="Arial" panose="020B0604020202020204" pitchFamily="34" charset="0"/>
            </a:endParaRPr>
          </a:p>
          <a:p>
            <a:r>
              <a:rPr lang="es-MX" sz="2200" dirty="0">
                <a:latin typeface="Arial" panose="020B0604020202020204" pitchFamily="34" charset="0"/>
                <a:ea typeface="Arial" panose="020B0604020202020204" pitchFamily="34" charset="0"/>
                <a:cs typeface="Arial" panose="020B0604020202020204" pitchFamily="34" charset="0"/>
              </a:rPr>
              <a:t>7.- </a:t>
            </a:r>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Ahora un ejemplo que hemos escuchado en diversas películas y caricaturas.</a:t>
            </a:r>
          </a:p>
          <a:p>
            <a:r>
              <a:rPr lang="es-MX" sz="2200" dirty="0">
                <a:solidFill>
                  <a:srgbClr val="0070C0"/>
                </a:solidFill>
                <a:latin typeface="Arial" panose="020B0604020202020204" pitchFamily="34" charset="0"/>
                <a:ea typeface="Arial" panose="020B0604020202020204" pitchFamily="34" charset="0"/>
                <a:cs typeface="Arial" panose="020B0604020202020204" pitchFamily="34" charset="0"/>
              </a:rPr>
              <a:t>Es el movimiento titulado “La mañana”. Es la música del compositor noruego Edward Grieg, que escribió para la escena de la obra Peer Gynt. </a:t>
            </a:r>
            <a:r>
              <a:rPr lang="es-MX" sz="2200" dirty="0">
                <a:latin typeface="Arial" panose="020B0604020202020204" pitchFamily="34" charset="0"/>
                <a:ea typeface="Arial" panose="020B0604020202020204" pitchFamily="34" charset="0"/>
                <a:cs typeface="Arial" panose="020B0604020202020204" pitchFamily="34" charset="0"/>
              </a:rPr>
              <a:t> </a:t>
            </a:r>
          </a:p>
          <a:p>
            <a:pPr marL="342900" indent="-342900">
              <a:buFont typeface="Wingdings" panose="05000000000000000000" pitchFamily="2" charset="2"/>
              <a:buChar char="Ø"/>
            </a:pPr>
            <a:r>
              <a:rPr lang="es-MX" sz="2200" dirty="0" err="1">
                <a:latin typeface="Arial" panose="020B0604020202020204" pitchFamily="34" charset="0"/>
                <a:ea typeface="Arial" panose="020B0604020202020204" pitchFamily="34" charset="0"/>
                <a:cs typeface="Arial" panose="020B0604020202020204" pitchFamily="34" charset="0"/>
              </a:rPr>
              <a:t>Grieg</a:t>
            </a:r>
            <a:r>
              <a:rPr lang="es-MX" sz="2200" dirty="0">
                <a:latin typeface="Arial" panose="020B0604020202020204" pitchFamily="34" charset="0"/>
                <a:ea typeface="Arial" panose="020B0604020202020204" pitchFamily="34" charset="0"/>
                <a:cs typeface="Arial" panose="020B0604020202020204" pitchFamily="34" charset="0"/>
              </a:rPr>
              <a:t>, E. (1994). </a:t>
            </a:r>
            <a:r>
              <a:rPr lang="es-MX" sz="2200" dirty="0" err="1">
                <a:latin typeface="Arial" panose="020B0604020202020204" pitchFamily="34" charset="0"/>
                <a:ea typeface="Arial" panose="020B0604020202020204" pitchFamily="34" charset="0"/>
                <a:cs typeface="Arial" panose="020B0604020202020204" pitchFamily="34" charset="0"/>
              </a:rPr>
              <a:t>Morgenstemning</a:t>
            </a:r>
            <a:r>
              <a:rPr lang="es-MX" sz="2200" dirty="0">
                <a:latin typeface="Arial" panose="020B0604020202020204" pitchFamily="34" charset="0"/>
                <a:ea typeface="Arial" panose="020B0604020202020204" pitchFamily="34" charset="0"/>
                <a:cs typeface="Arial" panose="020B0604020202020204" pitchFamily="34" charset="0"/>
              </a:rPr>
              <a:t> (La mañana, Suite No. 1, </a:t>
            </a:r>
            <a:r>
              <a:rPr lang="es-MX" sz="2200" dirty="0" err="1">
                <a:latin typeface="Arial" panose="020B0604020202020204" pitchFamily="34" charset="0"/>
                <a:ea typeface="Arial" panose="020B0604020202020204" pitchFamily="34" charset="0"/>
                <a:cs typeface="Arial" panose="020B0604020202020204" pitchFamily="34" charset="0"/>
              </a:rPr>
              <a:t>Op</a:t>
            </a:r>
            <a:r>
              <a:rPr lang="es-MX" sz="2200" dirty="0">
                <a:latin typeface="Arial" panose="020B0604020202020204" pitchFamily="34" charset="0"/>
                <a:ea typeface="Arial" panose="020B0604020202020204" pitchFamily="34" charset="0"/>
                <a:cs typeface="Arial" panose="020B0604020202020204" pitchFamily="34" charset="0"/>
              </a:rPr>
              <a:t>. 46) [obra grabada por la BBC Scottish </a:t>
            </a:r>
            <a:r>
              <a:rPr lang="es-MX" sz="2200" dirty="0" err="1">
                <a:latin typeface="Arial" panose="020B0604020202020204" pitchFamily="34" charset="0"/>
                <a:ea typeface="Arial" panose="020B0604020202020204" pitchFamily="34" charset="0"/>
                <a:cs typeface="Arial" panose="020B0604020202020204" pitchFamily="34" charset="0"/>
              </a:rPr>
              <a:t>Symphony</a:t>
            </a:r>
            <a:r>
              <a:rPr lang="es-MX" sz="2200" dirty="0">
                <a:latin typeface="Arial" panose="020B0604020202020204" pitchFamily="34" charset="0"/>
                <a:ea typeface="Arial" panose="020B0604020202020204" pitchFamily="34" charset="0"/>
                <a:cs typeface="Arial" panose="020B0604020202020204" pitchFamily="34" charset="0"/>
              </a:rPr>
              <a:t> </a:t>
            </a:r>
            <a:r>
              <a:rPr lang="es-MX" sz="2200" dirty="0" err="1">
                <a:latin typeface="Arial" panose="020B0604020202020204" pitchFamily="34" charset="0"/>
                <a:ea typeface="Arial" panose="020B0604020202020204" pitchFamily="34" charset="0"/>
                <a:cs typeface="Arial" panose="020B0604020202020204" pitchFamily="34" charset="0"/>
              </a:rPr>
              <a:t>Orchestra</a:t>
            </a:r>
            <a:r>
              <a:rPr lang="es-MX" sz="2200" dirty="0">
                <a:latin typeface="Arial" panose="020B0604020202020204" pitchFamily="34" charset="0"/>
                <a:ea typeface="Arial" panose="020B0604020202020204" pitchFamily="34" charset="0"/>
                <a:cs typeface="Arial" panose="020B0604020202020204" pitchFamily="34" charset="0"/>
              </a:rPr>
              <a:t> y </a:t>
            </a:r>
            <a:r>
              <a:rPr lang="es-MX" sz="2200" dirty="0" err="1">
                <a:latin typeface="Arial" panose="020B0604020202020204" pitchFamily="34" charset="0"/>
                <a:ea typeface="Arial" panose="020B0604020202020204" pitchFamily="34" charset="0"/>
                <a:cs typeface="Arial" panose="020B0604020202020204" pitchFamily="34" charset="0"/>
              </a:rPr>
              <a:t>Maksymiuk</a:t>
            </a:r>
            <a:r>
              <a:rPr lang="es-MX" sz="2200" dirty="0">
                <a:latin typeface="Arial" panose="020B0604020202020204" pitchFamily="34" charset="0"/>
                <a:ea typeface="Arial" panose="020B0604020202020204" pitchFamily="34" charset="0"/>
                <a:cs typeface="Arial" panose="020B0604020202020204" pitchFamily="34" charset="0"/>
              </a:rPr>
              <a:t>, J.]. En </a:t>
            </a:r>
            <a:r>
              <a:rPr lang="es-MX" sz="2200" dirty="0" err="1">
                <a:latin typeface="Arial" panose="020B0604020202020204" pitchFamily="34" charset="0"/>
                <a:ea typeface="Arial" panose="020B0604020202020204" pitchFamily="34" charset="0"/>
                <a:cs typeface="Arial" panose="020B0604020202020204" pitchFamily="34" charset="0"/>
              </a:rPr>
              <a:t>Grieg</a:t>
            </a:r>
            <a:r>
              <a:rPr lang="es-MX" sz="2200" dirty="0">
                <a:latin typeface="Arial" panose="020B0604020202020204" pitchFamily="34" charset="0"/>
                <a:ea typeface="Arial" panose="020B0604020202020204" pitchFamily="34" charset="0"/>
                <a:cs typeface="Arial" panose="020B0604020202020204" pitchFamily="34" charset="0"/>
              </a:rPr>
              <a:t>: Peer </a:t>
            </a:r>
            <a:r>
              <a:rPr lang="es-MX" sz="2200" dirty="0" err="1">
                <a:latin typeface="Arial" panose="020B0604020202020204" pitchFamily="34" charset="0"/>
                <a:ea typeface="Arial" panose="020B0604020202020204" pitchFamily="34" charset="0"/>
                <a:cs typeface="Arial" panose="020B0604020202020204" pitchFamily="34" charset="0"/>
              </a:rPr>
              <a:t>Gynt</a:t>
            </a:r>
            <a:r>
              <a:rPr lang="es-MX" sz="2200" dirty="0">
                <a:latin typeface="Arial" panose="020B0604020202020204" pitchFamily="34" charset="0"/>
                <a:ea typeface="Arial" panose="020B0604020202020204" pitchFamily="34" charset="0"/>
                <a:cs typeface="Arial" panose="020B0604020202020204" pitchFamily="34" charset="0"/>
              </a:rPr>
              <a:t>, Suites 1 and 2. </a:t>
            </a:r>
            <a:r>
              <a:rPr lang="es-MX" sz="2200" dirty="0" err="1">
                <a:latin typeface="Arial" panose="020B0604020202020204" pitchFamily="34" charset="0"/>
                <a:ea typeface="Arial" panose="020B0604020202020204" pitchFamily="34" charset="0"/>
                <a:cs typeface="Arial" panose="020B0604020202020204" pitchFamily="34" charset="0"/>
              </a:rPr>
              <a:t>Naxos</a:t>
            </a:r>
            <a:r>
              <a:rPr lang="es-MX" sz="2200" dirty="0">
                <a:latin typeface="Arial" panose="020B0604020202020204" pitchFamily="34" charset="0"/>
                <a:ea typeface="Arial" panose="020B0604020202020204" pitchFamily="34" charset="0"/>
                <a:cs typeface="Arial" panose="020B0604020202020204" pitchFamily="34" charset="0"/>
              </a:rPr>
              <a:t>. (obra original publicada en 1886)  </a:t>
            </a:r>
            <a:r>
              <a:rPr lang="es-MX" sz="2200" dirty="0" err="1">
                <a:latin typeface="Arial" panose="020B0604020202020204" pitchFamily="34" charset="0"/>
                <a:ea typeface="Arial" panose="020B0604020202020204" pitchFamily="34" charset="0"/>
                <a:cs typeface="Arial" panose="020B0604020202020204" pitchFamily="34" charset="0"/>
              </a:rPr>
              <a:t>Track</a:t>
            </a:r>
            <a:r>
              <a:rPr lang="es-MX" sz="2200" dirty="0">
                <a:latin typeface="Arial" panose="020B0604020202020204" pitchFamily="34" charset="0"/>
                <a:ea typeface="Arial" panose="020B0604020202020204" pitchFamily="34" charset="0"/>
                <a:cs typeface="Arial" panose="020B0604020202020204" pitchFamily="34" charset="0"/>
              </a:rPr>
              <a:t>: 1 y </a:t>
            </a:r>
            <a:r>
              <a:rPr lang="es-MX" sz="2200" dirty="0">
                <a:solidFill>
                  <a:schemeClr val="accent2">
                    <a:lumMod val="75000"/>
                  </a:schemeClr>
                </a:solidFill>
                <a:latin typeface="Arial" panose="020B0604020202020204" pitchFamily="34" charset="0"/>
                <a:ea typeface="Arial" panose="020B0604020202020204" pitchFamily="34" charset="0"/>
                <a:cs typeface="Arial" panose="020B0604020202020204" pitchFamily="34" charset="0"/>
              </a:rPr>
              <a:t>Número de Catálogo: 8.550864</a:t>
            </a:r>
          </a:p>
        </p:txBody>
      </p:sp>
    </p:spTree>
    <p:extLst>
      <p:ext uri="{BB962C8B-B14F-4D97-AF65-F5344CB8AC3E}">
        <p14:creationId xmlns:p14="http://schemas.microsoft.com/office/powerpoint/2010/main" val="544727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xmlns="" id="{CFF7CC1A-98AC-4C36-8F56-523E2D69DD8C}"/>
              </a:ext>
            </a:extLst>
          </p:cNvPr>
          <p:cNvSpPr/>
          <p:nvPr/>
        </p:nvSpPr>
        <p:spPr>
          <a:xfrm>
            <a:off x="1051560" y="365760"/>
            <a:ext cx="17922240" cy="1475232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just"/>
            <a:endParaRPr lang="es-MX" sz="2400" b="1" dirty="0">
              <a:latin typeface="Arial" panose="020B0604020202020204" pitchFamily="34" charset="0"/>
              <a:cs typeface="Arial" panose="020B0604020202020204" pitchFamily="34" charset="0"/>
            </a:endParaRPr>
          </a:p>
          <a:p>
            <a:pPr algn="just"/>
            <a:r>
              <a:rPr lang="es-MX" sz="2400" b="1" dirty="0">
                <a:latin typeface="Arial" panose="020B0604020202020204" pitchFamily="34" charset="0"/>
                <a:cs typeface="Arial" panose="020B0604020202020204" pitchFamily="34" charset="0"/>
              </a:rPr>
              <a:t>	</a:t>
            </a:r>
            <a:endParaRPr lang="es-MX" sz="2400"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a:p>
            <a:pPr algn="just"/>
            <a:endParaRPr lang="es-MX" sz="2200" dirty="0">
              <a:solidFill>
                <a:srgbClr val="0070C0"/>
              </a:solidFill>
              <a:latin typeface="Arial" panose="020B0604020202020204" pitchFamily="34" charset="0"/>
              <a:cs typeface="Arial" panose="020B0604020202020204" pitchFamily="34" charset="0"/>
            </a:endParaRPr>
          </a:p>
          <a:p>
            <a:r>
              <a:rPr lang="es-MX" sz="2200" dirty="0">
                <a:solidFill>
                  <a:srgbClr val="0070C0"/>
                </a:solidFill>
                <a:latin typeface="Arial" panose="020B0604020202020204" pitchFamily="34" charset="0"/>
                <a:cs typeface="Arial" panose="020B0604020202020204" pitchFamily="34" charset="0"/>
              </a:rPr>
              <a:t>1</a:t>
            </a:r>
            <a:r>
              <a:rPr lang="es-MX" sz="2200" dirty="0" smtClean="0">
                <a:solidFill>
                  <a:srgbClr val="0070C0"/>
                </a:solidFill>
                <a:latin typeface="Arial" panose="020B0604020202020204" pitchFamily="34" charset="0"/>
                <a:cs typeface="Arial" panose="020B0604020202020204" pitchFamily="34" charset="0"/>
              </a:rPr>
              <a:t>.</a:t>
            </a:r>
            <a:r>
              <a:rPr lang="es-MX" sz="2200" dirty="0">
                <a:solidFill>
                  <a:srgbClr val="0070C0"/>
                </a:solidFill>
                <a:latin typeface="Arial" panose="020B0604020202020204" pitchFamily="34" charset="0"/>
                <a:cs typeface="Arial" panose="020B0604020202020204" pitchFamily="34" charset="0"/>
              </a:rPr>
              <a:t> En primer lugar, apreciaremos el Bolero del compositor Maurice Ravel, es quizás el ejemplo musical más famoso del periodo impresionista.</a:t>
            </a:r>
          </a:p>
          <a:p>
            <a:r>
              <a:rPr lang="es-MX" sz="2200" dirty="0">
                <a:solidFill>
                  <a:srgbClr val="0070C0"/>
                </a:solidFill>
                <a:latin typeface="Arial" panose="020B0604020202020204" pitchFamily="34" charset="0"/>
                <a:cs typeface="Arial" panose="020B0604020202020204" pitchFamily="34" charset="0"/>
              </a:rPr>
              <a:t>Es también una de las obras más populares del repertorio clásico internacional. Se caracteriza por su continuo crecimiento de intensidad que va acumulando instrumentos y mezclas de sonoridades, comparables con los colores y matices de una pintura. Es un ejemplo de una obra construida casi en su totalidad con intervalos disonantes y acordes compuestos que resuelven en más disonancias, pero magistralmente organizados que crean una atmosfera cautivante. Fue escrito en el año de 1928.</a:t>
            </a:r>
          </a:p>
          <a:p>
            <a:pPr marL="342900" indent="-342900">
              <a:buFont typeface="Wingdings" panose="05000000000000000000" pitchFamily="2" charset="2"/>
              <a:buChar char="Ø"/>
            </a:pPr>
            <a:endParaRPr lang="es-MX" sz="22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s-MX" sz="2200" dirty="0">
                <a:latin typeface="Arial" panose="020B0604020202020204" pitchFamily="34" charset="0"/>
                <a:cs typeface="Arial" panose="020B0604020202020204" pitchFamily="34" charset="0"/>
              </a:rPr>
              <a:t>Ravel, M. (1997). Bolero, [obra grabada por la </a:t>
            </a:r>
            <a:r>
              <a:rPr lang="es-MX" sz="2200" dirty="0" err="1">
                <a:latin typeface="Arial" panose="020B0604020202020204" pitchFamily="34" charset="0"/>
                <a:cs typeface="Arial" panose="020B0604020202020204" pitchFamily="34" charset="0"/>
              </a:rPr>
              <a:t>Slovak</a:t>
            </a:r>
            <a:r>
              <a:rPr lang="es-MX" sz="2200" dirty="0">
                <a:latin typeface="Arial" panose="020B0604020202020204" pitchFamily="34" charset="0"/>
                <a:cs typeface="Arial" panose="020B0604020202020204" pitchFamily="34" charset="0"/>
              </a:rPr>
              <a:t> Radio </a:t>
            </a:r>
            <a:r>
              <a:rPr lang="es-MX" sz="2200" dirty="0" err="1">
                <a:latin typeface="Arial" panose="020B0604020202020204" pitchFamily="34" charset="0"/>
                <a:cs typeface="Arial" panose="020B0604020202020204" pitchFamily="34" charset="0"/>
              </a:rPr>
              <a:t>Symphony</a:t>
            </a:r>
            <a:r>
              <a:rPr lang="es-MX" sz="2200" dirty="0">
                <a:latin typeface="Arial" panose="020B0604020202020204" pitchFamily="34" charset="0"/>
                <a:cs typeface="Arial" panose="020B0604020202020204" pitchFamily="34" charset="0"/>
              </a:rPr>
              <a:t> </a:t>
            </a:r>
            <a:r>
              <a:rPr lang="es-MX" sz="2200" dirty="0" err="1">
                <a:latin typeface="Arial" panose="020B0604020202020204" pitchFamily="34" charset="0"/>
                <a:cs typeface="Arial" panose="020B0604020202020204" pitchFamily="34" charset="0"/>
              </a:rPr>
              <a:t>Orchestra</a:t>
            </a:r>
            <a:r>
              <a:rPr lang="es-MX" sz="2200" dirty="0">
                <a:latin typeface="Arial" panose="020B0604020202020204" pitchFamily="34" charset="0"/>
                <a:cs typeface="Arial" panose="020B0604020202020204" pitchFamily="34" charset="0"/>
              </a:rPr>
              <a:t>, y Jean, K.]. En </a:t>
            </a:r>
            <a:r>
              <a:rPr lang="es-MX" sz="2200" i="1" dirty="0">
                <a:latin typeface="Arial" panose="020B0604020202020204" pitchFamily="34" charset="0"/>
                <a:cs typeface="Arial" panose="020B0604020202020204" pitchFamily="34" charset="0"/>
              </a:rPr>
              <a:t>Ravel: Bolero, Daphnis et Chloe, Piano Concerto, Ma mere l'oye</a:t>
            </a:r>
            <a:r>
              <a:rPr lang="es-MX" sz="2200" dirty="0">
                <a:latin typeface="Arial" panose="020B0604020202020204" pitchFamily="34" charset="0"/>
                <a:cs typeface="Arial" panose="020B0604020202020204" pitchFamily="34" charset="0"/>
              </a:rPr>
              <a:t>. </a:t>
            </a:r>
            <a:r>
              <a:rPr lang="es-MX" sz="2200" dirty="0" smtClean="0">
                <a:latin typeface="Arial" panose="020B0604020202020204" pitchFamily="34" charset="0"/>
                <a:cs typeface="Arial" panose="020B0604020202020204" pitchFamily="34" charset="0"/>
              </a:rPr>
              <a:t>Naxos </a:t>
            </a:r>
            <a:r>
              <a:rPr lang="es-MX" sz="2200" dirty="0">
                <a:latin typeface="Arial" panose="020B0604020202020204" pitchFamily="34" charset="0"/>
                <a:cs typeface="Arial" panose="020B0604020202020204" pitchFamily="34" charset="0"/>
              </a:rPr>
              <a:t>(obra original publicada en 1928) Track: </a:t>
            </a:r>
            <a:r>
              <a:rPr lang="es-MX" sz="2200" dirty="0" smtClean="0">
                <a:latin typeface="Arial" panose="020B0604020202020204" pitchFamily="34" charset="0"/>
                <a:cs typeface="Arial" panose="020B0604020202020204" pitchFamily="34" charset="0"/>
              </a:rPr>
              <a:t>11. </a:t>
            </a:r>
            <a:r>
              <a:rPr lang="es-MX" sz="2200" dirty="0" smtClean="0">
                <a:solidFill>
                  <a:schemeClr val="accent2">
                    <a:lumMod val="75000"/>
                  </a:schemeClr>
                </a:solidFill>
                <a:latin typeface="Arial" panose="020B0604020202020204" pitchFamily="34" charset="0"/>
                <a:cs typeface="Arial" panose="020B0604020202020204" pitchFamily="34" charset="0"/>
              </a:rPr>
              <a:t>Número </a:t>
            </a:r>
            <a:r>
              <a:rPr lang="es-MX" sz="2200" dirty="0">
                <a:solidFill>
                  <a:schemeClr val="accent2">
                    <a:lumMod val="75000"/>
                  </a:schemeClr>
                </a:solidFill>
                <a:latin typeface="Arial" panose="020B0604020202020204" pitchFamily="34" charset="0"/>
                <a:cs typeface="Arial" panose="020B0604020202020204" pitchFamily="34" charset="0"/>
              </a:rPr>
              <a:t>de </a:t>
            </a:r>
            <a:r>
              <a:rPr lang="es-MX" sz="2200" dirty="0" smtClean="0">
                <a:solidFill>
                  <a:schemeClr val="accent2">
                    <a:lumMod val="75000"/>
                  </a:schemeClr>
                </a:solidFill>
                <a:latin typeface="Arial" panose="020B0604020202020204" pitchFamily="34" charset="0"/>
                <a:cs typeface="Arial" panose="020B0604020202020204" pitchFamily="34" charset="0"/>
              </a:rPr>
              <a:t>catálogo</a:t>
            </a:r>
            <a:r>
              <a:rPr lang="es-MX" sz="2200" dirty="0">
                <a:solidFill>
                  <a:schemeClr val="accent2">
                    <a:lumMod val="75000"/>
                  </a:schemeClr>
                </a:solidFill>
                <a:latin typeface="Arial" panose="020B0604020202020204" pitchFamily="34" charset="0"/>
                <a:cs typeface="Arial" panose="020B0604020202020204" pitchFamily="34" charset="0"/>
              </a:rPr>
              <a:t>: </a:t>
            </a:r>
            <a:r>
              <a:rPr lang="es-MX" sz="2200" dirty="0" smtClean="0">
                <a:solidFill>
                  <a:schemeClr val="accent2">
                    <a:lumMod val="75000"/>
                  </a:schemeClr>
                </a:solidFill>
                <a:latin typeface="Arial" panose="020B0604020202020204" pitchFamily="34" charset="0"/>
                <a:cs typeface="Arial" panose="020B0604020202020204" pitchFamily="34" charset="0"/>
              </a:rPr>
              <a:t>8.553276.</a:t>
            </a:r>
            <a:endParaRPr lang="es-MX" sz="2200" dirty="0">
              <a:solidFill>
                <a:schemeClr val="accent2">
                  <a:lumMod val="75000"/>
                </a:schemeClr>
              </a:solidFill>
              <a:latin typeface="Arial" panose="020B0604020202020204" pitchFamily="34" charset="0"/>
              <a:cs typeface="Arial" panose="020B0604020202020204" pitchFamily="34" charset="0"/>
            </a:endParaRPr>
          </a:p>
          <a:p>
            <a:endParaRPr lang="es-MX" sz="2200" dirty="0">
              <a:latin typeface="Arial" panose="020B0604020202020204" pitchFamily="34" charset="0"/>
              <a:cs typeface="Arial" panose="020B0604020202020204" pitchFamily="34" charset="0"/>
            </a:endParaRPr>
          </a:p>
          <a:p>
            <a:r>
              <a:rPr lang="es-MX" sz="2200" dirty="0">
                <a:latin typeface="Arial" panose="020B0604020202020204" pitchFamily="34" charset="0"/>
                <a:cs typeface="Arial" panose="020B0604020202020204" pitchFamily="34" charset="0"/>
              </a:rPr>
              <a:t>2</a:t>
            </a:r>
            <a:r>
              <a:rPr lang="es-MX" sz="2200" dirty="0" smtClean="0">
                <a:latin typeface="Arial" panose="020B0604020202020204" pitchFamily="34" charset="0"/>
                <a:cs typeface="Arial" panose="020B0604020202020204" pitchFamily="34" charset="0"/>
              </a:rPr>
              <a:t>.</a:t>
            </a:r>
            <a:r>
              <a:rPr lang="es-MX" sz="2200" dirty="0">
                <a:solidFill>
                  <a:srgbClr val="0070C0"/>
                </a:solidFill>
                <a:latin typeface="Arial" panose="020B0604020202020204" pitchFamily="34" charset="0"/>
                <a:cs typeface="Arial" panose="020B0604020202020204" pitchFamily="34" charset="0"/>
              </a:rPr>
              <a:t> Otro ejemplo de música de este periodo es la obra “El Aprendiz de Brujo” (1897) del compositor francés Paul Dukas, aunque hay que señalar que algunos musicólogos no consideran a esta obra como meramente impresionista, sino como heredera del estilo romántico y de carácter descriptiva, por estar basada en la historia de una novela. Sin embargo, según ese criterio, muchas de las obras de Ravel, también se podrían clasificar como descriptivas por el simple hecho de describir una historia dentro de un ballet. En fin, aunque algunos estudiosos consideren que esta obra pertenece al estilo del romanticismo musical, se ha agregado este ejemplo aquí por su fecha de creación y por su tratamiento orquestal y su ornamentación armónica que tiene más del impresionismo que del romanticismo.</a:t>
            </a:r>
          </a:p>
          <a:p>
            <a:r>
              <a:rPr lang="es-MX" sz="2200" dirty="0">
                <a:solidFill>
                  <a:srgbClr val="0070C0"/>
                </a:solidFill>
                <a:latin typeface="Arial" panose="020B0604020202020204" pitchFamily="34" charset="0"/>
                <a:cs typeface="Arial" panose="020B0604020202020204" pitchFamily="34" charset="0"/>
              </a:rPr>
              <a:t>La obra está basada en una obra literaria del mismo </a:t>
            </a:r>
            <a:r>
              <a:rPr lang="es-MX" sz="2200" dirty="0" smtClean="0">
                <a:solidFill>
                  <a:srgbClr val="0070C0"/>
                </a:solidFill>
                <a:latin typeface="Arial" panose="020B0604020202020204" pitchFamily="34" charset="0"/>
                <a:cs typeface="Arial" panose="020B0604020202020204" pitchFamily="34" charset="0"/>
              </a:rPr>
              <a:t>nombre, </a:t>
            </a:r>
            <a:r>
              <a:rPr lang="es-MX" sz="2200" dirty="0">
                <a:solidFill>
                  <a:srgbClr val="0070C0"/>
                </a:solidFill>
                <a:latin typeface="Arial" panose="020B0604020202020204" pitchFamily="34" charset="0"/>
                <a:cs typeface="Arial" panose="020B0604020202020204" pitchFamily="34" charset="0"/>
              </a:rPr>
              <a:t>escrita cien años </a:t>
            </a:r>
            <a:r>
              <a:rPr lang="es-MX" sz="2200" dirty="0" smtClean="0">
                <a:solidFill>
                  <a:srgbClr val="0070C0"/>
                </a:solidFill>
                <a:latin typeface="Arial" panose="020B0604020202020204" pitchFamily="34" charset="0"/>
                <a:cs typeface="Arial" panose="020B0604020202020204" pitchFamily="34" charset="0"/>
              </a:rPr>
              <a:t>antes </a:t>
            </a:r>
            <a:r>
              <a:rPr lang="es-MX" sz="2200" dirty="0">
                <a:solidFill>
                  <a:srgbClr val="0070C0"/>
                </a:solidFill>
                <a:latin typeface="Arial" panose="020B0604020202020204" pitchFamily="34" charset="0"/>
                <a:cs typeface="Arial" panose="020B0604020202020204" pitchFamily="34" charset="0"/>
              </a:rPr>
              <a:t>por el filósofo alemán Johann Wolfgang von Goethe en </a:t>
            </a:r>
            <a:r>
              <a:rPr lang="es-MX" sz="2200" dirty="0" smtClean="0">
                <a:solidFill>
                  <a:srgbClr val="0070C0"/>
                </a:solidFill>
                <a:latin typeface="Arial" panose="020B0604020202020204" pitchFamily="34" charset="0"/>
                <a:cs typeface="Arial" panose="020B0604020202020204" pitchFamily="34" charset="0"/>
              </a:rPr>
              <a:t>1797, </a:t>
            </a:r>
            <a:r>
              <a:rPr lang="es-MX" sz="2200" dirty="0">
                <a:solidFill>
                  <a:srgbClr val="0070C0"/>
                </a:solidFill>
                <a:latin typeface="Arial" panose="020B0604020202020204" pitchFamily="34" charset="0"/>
                <a:cs typeface="Arial" panose="020B0604020202020204" pitchFamily="34" charset="0"/>
              </a:rPr>
              <a:t>y que Walt Disney popularizó con su película titulada </a:t>
            </a:r>
            <a:r>
              <a:rPr lang="es-MX" sz="2200" i="1" dirty="0" smtClean="0">
                <a:solidFill>
                  <a:srgbClr val="0070C0"/>
                </a:solidFill>
                <a:latin typeface="Arial" panose="020B0604020202020204" pitchFamily="34" charset="0"/>
                <a:cs typeface="Arial" panose="020B0604020202020204" pitchFamily="34" charset="0"/>
              </a:rPr>
              <a:t>Fantasía,</a:t>
            </a:r>
            <a:r>
              <a:rPr lang="es-MX" sz="2200" dirty="0">
                <a:solidFill>
                  <a:srgbClr val="0070C0"/>
                </a:solidFill>
                <a:latin typeface="Arial" panose="020B0604020202020204" pitchFamily="34" charset="0"/>
                <a:cs typeface="Arial" panose="020B0604020202020204" pitchFamily="34" charset="0"/>
              </a:rPr>
              <a:t> </a:t>
            </a:r>
            <a:r>
              <a:rPr lang="es-MX" sz="2200" dirty="0" smtClean="0">
                <a:solidFill>
                  <a:srgbClr val="0070C0"/>
                </a:solidFill>
                <a:latin typeface="Arial" panose="020B0604020202020204" pitchFamily="34" charset="0"/>
                <a:cs typeface="Arial" panose="020B0604020202020204" pitchFamily="34" charset="0"/>
              </a:rPr>
              <a:t>en1940</a:t>
            </a:r>
            <a:r>
              <a:rPr lang="es-MX" sz="2200" dirty="0">
                <a:solidFill>
                  <a:srgbClr val="0070C0"/>
                </a:solidFill>
                <a:latin typeface="Arial" panose="020B0604020202020204" pitchFamily="34" charset="0"/>
                <a:cs typeface="Arial" panose="020B0604020202020204" pitchFamily="34" charset="0"/>
              </a:rPr>
              <a:t>, al crear una animación basada en ambas obras, la de Goethe y la de Dukas. </a:t>
            </a:r>
          </a:p>
          <a:p>
            <a:r>
              <a:rPr lang="es-MX" sz="2200" dirty="0">
                <a:solidFill>
                  <a:srgbClr val="0070C0"/>
                </a:solidFill>
                <a:latin typeface="Arial" panose="020B0604020202020204" pitchFamily="34" charset="0"/>
                <a:cs typeface="Arial" panose="020B0604020202020204" pitchFamily="34" charset="0"/>
              </a:rPr>
              <a:t>En el siguiente link podrás apreciar la versión de Walt Disney con la música de Paul </a:t>
            </a:r>
            <a:r>
              <a:rPr lang="es-MX" sz="2200" dirty="0" err="1">
                <a:solidFill>
                  <a:srgbClr val="0070C0"/>
                </a:solidFill>
                <a:latin typeface="Arial" panose="020B0604020202020204" pitchFamily="34" charset="0"/>
                <a:cs typeface="Arial" panose="020B0604020202020204" pitchFamily="34" charset="0"/>
              </a:rPr>
              <a:t>Dukas</a:t>
            </a:r>
            <a:r>
              <a:rPr lang="es-MX" sz="2200" dirty="0">
                <a:solidFill>
                  <a:srgbClr val="0070C0"/>
                </a:solidFill>
                <a:latin typeface="Arial" panose="020B0604020202020204" pitchFamily="34" charset="0"/>
                <a:cs typeface="Arial" panose="020B0604020202020204" pitchFamily="34" charset="0"/>
              </a:rPr>
              <a:t>:</a:t>
            </a:r>
          </a:p>
          <a:p>
            <a:pPr marL="342900" indent="-342900">
              <a:buFont typeface="Wingdings" panose="05000000000000000000" pitchFamily="2" charset="2"/>
              <a:buChar char="Ø"/>
            </a:pPr>
            <a:r>
              <a:rPr lang="es-MX" sz="2200" dirty="0" err="1">
                <a:latin typeface="Arial" panose="020B0604020202020204" pitchFamily="34" charset="0"/>
                <a:cs typeface="Arial" panose="020B0604020202020204" pitchFamily="34" charset="0"/>
              </a:rPr>
              <a:t>Dukas</a:t>
            </a:r>
            <a:r>
              <a:rPr lang="es-MX" sz="2200" dirty="0">
                <a:latin typeface="Arial" panose="020B0604020202020204" pitchFamily="34" charset="0"/>
                <a:cs typeface="Arial" panose="020B0604020202020204" pitchFamily="34" charset="0"/>
              </a:rPr>
              <a:t>, P. (2014). </a:t>
            </a:r>
            <a:r>
              <a:rPr lang="es-MX" sz="2200" dirty="0" err="1">
                <a:latin typeface="Arial" panose="020B0604020202020204" pitchFamily="34" charset="0"/>
                <a:cs typeface="Arial" panose="020B0604020202020204" pitchFamily="34" charset="0"/>
              </a:rPr>
              <a:t>L'apprenti</a:t>
            </a:r>
            <a:r>
              <a:rPr lang="es-MX" sz="2200" dirty="0">
                <a:latin typeface="Arial" panose="020B0604020202020204" pitchFamily="34" charset="0"/>
                <a:cs typeface="Arial" panose="020B0604020202020204" pitchFamily="34" charset="0"/>
              </a:rPr>
              <a:t> </a:t>
            </a:r>
            <a:r>
              <a:rPr lang="es-MX" sz="2200" dirty="0" err="1">
                <a:latin typeface="Arial" panose="020B0604020202020204" pitchFamily="34" charset="0"/>
                <a:cs typeface="Arial" panose="020B0604020202020204" pitchFamily="34" charset="0"/>
              </a:rPr>
              <a:t>sorcier</a:t>
            </a:r>
            <a:r>
              <a:rPr lang="es-MX" sz="2200" dirty="0">
                <a:latin typeface="Arial" panose="020B0604020202020204" pitchFamily="34" charset="0"/>
                <a:cs typeface="Arial" panose="020B0604020202020204" pitchFamily="34" charset="0"/>
              </a:rPr>
              <a:t> (El aprendiz de brujo) [obra grabada por </a:t>
            </a:r>
            <a:r>
              <a:rPr lang="es-MX" sz="2200" dirty="0" err="1">
                <a:latin typeface="Arial" panose="020B0604020202020204" pitchFamily="34" charset="0"/>
                <a:cs typeface="Arial" panose="020B0604020202020204" pitchFamily="34" charset="0"/>
              </a:rPr>
              <a:t>Ireland</a:t>
            </a:r>
            <a:r>
              <a:rPr lang="es-MX" sz="2200" dirty="0">
                <a:latin typeface="Arial" panose="020B0604020202020204" pitchFamily="34" charset="0"/>
                <a:cs typeface="Arial" panose="020B0604020202020204" pitchFamily="34" charset="0"/>
              </a:rPr>
              <a:t> RTÉ (</a:t>
            </a:r>
            <a:r>
              <a:rPr lang="es-MX" sz="2200" dirty="0" err="1">
                <a:latin typeface="Arial" panose="020B0604020202020204" pitchFamily="34" charset="0"/>
                <a:cs typeface="Arial" panose="020B0604020202020204" pitchFamily="34" charset="0"/>
              </a:rPr>
              <a:t>Raidió</a:t>
            </a:r>
            <a:r>
              <a:rPr lang="es-MX" sz="2200" dirty="0">
                <a:latin typeface="Arial" panose="020B0604020202020204" pitchFamily="34" charset="0"/>
                <a:cs typeface="Arial" panose="020B0604020202020204" pitchFamily="34" charset="0"/>
              </a:rPr>
              <a:t> </a:t>
            </a:r>
            <a:r>
              <a:rPr lang="es-MX" sz="2200" dirty="0" err="1">
                <a:latin typeface="Arial" panose="020B0604020202020204" pitchFamily="34" charset="0"/>
                <a:cs typeface="Arial" panose="020B0604020202020204" pitchFamily="34" charset="0"/>
              </a:rPr>
              <a:t>Teilifís</a:t>
            </a:r>
            <a:r>
              <a:rPr lang="es-MX" sz="2200" dirty="0">
                <a:latin typeface="Arial" panose="020B0604020202020204" pitchFamily="34" charset="0"/>
                <a:cs typeface="Arial" panose="020B0604020202020204" pitchFamily="34" charset="0"/>
              </a:rPr>
              <a:t> </a:t>
            </a:r>
            <a:r>
              <a:rPr lang="es-MX" sz="2200" dirty="0" err="1">
                <a:latin typeface="Arial" panose="020B0604020202020204" pitchFamily="34" charset="0"/>
                <a:cs typeface="Arial" panose="020B0604020202020204" pitchFamily="34" charset="0"/>
              </a:rPr>
              <a:t>Éireann</a:t>
            </a:r>
            <a:r>
              <a:rPr lang="es-MX" sz="2200" dirty="0">
                <a:latin typeface="Arial" panose="020B0604020202020204" pitchFamily="34" charset="0"/>
                <a:cs typeface="Arial" panose="020B0604020202020204" pitchFamily="34" charset="0"/>
              </a:rPr>
              <a:t>) </a:t>
            </a:r>
            <a:r>
              <a:rPr lang="es-MX" sz="2200" dirty="0" err="1">
                <a:latin typeface="Arial" panose="020B0604020202020204" pitchFamily="34" charset="0"/>
                <a:cs typeface="Arial" panose="020B0604020202020204" pitchFamily="34" charset="0"/>
              </a:rPr>
              <a:t>National</a:t>
            </a:r>
            <a:r>
              <a:rPr lang="es-MX" sz="2200" dirty="0">
                <a:latin typeface="Arial" panose="020B0604020202020204" pitchFamily="34" charset="0"/>
                <a:cs typeface="Arial" panose="020B0604020202020204" pitchFamily="34" charset="0"/>
              </a:rPr>
              <a:t> </a:t>
            </a:r>
            <a:r>
              <a:rPr lang="es-MX" sz="2200" dirty="0" err="1">
                <a:latin typeface="Arial" panose="020B0604020202020204" pitchFamily="34" charset="0"/>
                <a:cs typeface="Arial" panose="020B0604020202020204" pitchFamily="34" charset="0"/>
              </a:rPr>
              <a:t>Symphony</a:t>
            </a:r>
            <a:r>
              <a:rPr lang="es-MX" sz="2200" dirty="0">
                <a:latin typeface="Arial" panose="020B0604020202020204" pitchFamily="34" charset="0"/>
                <a:cs typeface="Arial" panose="020B0604020202020204" pitchFamily="34" charset="0"/>
              </a:rPr>
              <a:t> </a:t>
            </a:r>
            <a:r>
              <a:rPr lang="es-MX" sz="2200" dirty="0" err="1">
                <a:latin typeface="Arial" panose="020B0604020202020204" pitchFamily="34" charset="0"/>
                <a:cs typeface="Arial" panose="020B0604020202020204" pitchFamily="34" charset="0"/>
              </a:rPr>
              <a:t>Orchestra</a:t>
            </a:r>
            <a:r>
              <a:rPr lang="es-MX" sz="2200" dirty="0">
                <a:latin typeface="Arial" panose="020B0604020202020204" pitchFamily="34" charset="0"/>
                <a:cs typeface="Arial" panose="020B0604020202020204" pitchFamily="34" charset="0"/>
              </a:rPr>
              <a:t>, y </a:t>
            </a:r>
            <a:r>
              <a:rPr lang="es-MX" sz="2200" dirty="0" err="1">
                <a:latin typeface="Arial" panose="020B0604020202020204" pitchFamily="34" charset="0"/>
                <a:cs typeface="Arial" panose="020B0604020202020204" pitchFamily="34" charset="0"/>
              </a:rPr>
              <a:t>Tingaud</a:t>
            </a:r>
            <a:r>
              <a:rPr lang="es-MX" sz="2200" dirty="0">
                <a:latin typeface="Arial" panose="020B0604020202020204" pitchFamily="34" charset="0"/>
                <a:cs typeface="Arial" panose="020B0604020202020204" pitchFamily="34" charset="0"/>
              </a:rPr>
              <a:t>, J. L.]. </a:t>
            </a:r>
            <a:r>
              <a:rPr lang="en-US" sz="2200" dirty="0">
                <a:latin typeface="Arial" panose="020B0604020202020204" pitchFamily="34" charset="0"/>
                <a:cs typeface="Arial" panose="020B0604020202020204" pitchFamily="34" charset="0"/>
              </a:rPr>
              <a:t>En </a:t>
            </a:r>
            <a:r>
              <a:rPr lang="en-US" sz="2200" i="1" dirty="0" err="1">
                <a:latin typeface="Arial" panose="020B0604020202020204" pitchFamily="34" charset="0"/>
                <a:cs typeface="Arial" panose="020B0604020202020204" pitchFamily="34" charset="0"/>
              </a:rPr>
              <a:t>Dukas</a:t>
            </a:r>
            <a:r>
              <a:rPr lang="en-US" sz="2200" i="1" dirty="0">
                <a:latin typeface="Arial" panose="020B0604020202020204" pitchFamily="34" charset="0"/>
                <a:cs typeface="Arial" panose="020B0604020202020204" pitchFamily="34" charset="0"/>
              </a:rPr>
              <a:t> Symphony in C Major / The sorcerer’s apprentice, La </a:t>
            </a:r>
            <a:r>
              <a:rPr lang="en-US" sz="2200" i="1" dirty="0" err="1">
                <a:latin typeface="Arial" panose="020B0604020202020204" pitchFamily="34" charset="0"/>
                <a:cs typeface="Arial" panose="020B0604020202020204" pitchFamily="34" charset="0"/>
              </a:rPr>
              <a:t>Peri</a:t>
            </a:r>
            <a:r>
              <a:rPr lang="en-US" sz="2200" dirty="0">
                <a:latin typeface="Arial" panose="020B0604020202020204" pitchFamily="34" charset="0"/>
                <a:cs typeface="Arial" panose="020B0604020202020204" pitchFamily="34" charset="0"/>
              </a:rPr>
              <a:t>. </a:t>
            </a:r>
            <a:r>
              <a:rPr lang="es-MX" sz="2200" dirty="0" smtClean="0">
                <a:latin typeface="Arial" panose="020B0604020202020204" pitchFamily="34" charset="0"/>
                <a:cs typeface="Arial" panose="020B0604020202020204" pitchFamily="34" charset="0"/>
              </a:rPr>
              <a:t>Naxos </a:t>
            </a:r>
            <a:r>
              <a:rPr lang="es-MX" sz="2200" dirty="0">
                <a:latin typeface="Arial" panose="020B0604020202020204" pitchFamily="34" charset="0"/>
                <a:cs typeface="Arial" panose="020B0604020202020204" pitchFamily="34" charset="0"/>
              </a:rPr>
              <a:t>(obra original publicada en 1897) Track: </a:t>
            </a:r>
            <a:r>
              <a:rPr lang="es-MX" sz="2200" dirty="0" smtClean="0">
                <a:latin typeface="Arial" panose="020B0604020202020204" pitchFamily="34" charset="0"/>
                <a:cs typeface="Arial" panose="020B0604020202020204" pitchFamily="34" charset="0"/>
              </a:rPr>
              <a:t>1</a:t>
            </a:r>
            <a:r>
              <a:rPr lang="es-MX" sz="2200" dirty="0" smtClean="0">
                <a:solidFill>
                  <a:schemeClr val="accent2">
                    <a:lumMod val="75000"/>
                  </a:schemeClr>
                </a:solidFill>
                <a:latin typeface="Arial" panose="020B0604020202020204" pitchFamily="34" charset="0"/>
                <a:cs typeface="Arial" panose="020B0604020202020204" pitchFamily="34" charset="0"/>
              </a:rPr>
              <a:t>. Número </a:t>
            </a:r>
            <a:r>
              <a:rPr lang="es-MX" sz="2200" dirty="0">
                <a:solidFill>
                  <a:schemeClr val="accent2">
                    <a:lumMod val="75000"/>
                  </a:schemeClr>
                </a:solidFill>
                <a:latin typeface="Arial" panose="020B0604020202020204" pitchFamily="34" charset="0"/>
                <a:cs typeface="Arial" panose="020B0604020202020204" pitchFamily="34" charset="0"/>
              </a:rPr>
              <a:t>de </a:t>
            </a:r>
            <a:r>
              <a:rPr lang="es-MX" sz="2200" dirty="0" smtClean="0">
                <a:solidFill>
                  <a:schemeClr val="accent2">
                    <a:lumMod val="75000"/>
                  </a:schemeClr>
                </a:solidFill>
                <a:latin typeface="Arial" panose="020B0604020202020204" pitchFamily="34" charset="0"/>
                <a:cs typeface="Arial" panose="020B0604020202020204" pitchFamily="34" charset="0"/>
              </a:rPr>
              <a:t>catálogo</a:t>
            </a:r>
            <a:r>
              <a:rPr lang="es-MX" sz="2200" dirty="0">
                <a:solidFill>
                  <a:schemeClr val="accent2">
                    <a:lumMod val="75000"/>
                  </a:schemeClr>
                </a:solidFill>
                <a:latin typeface="Arial" panose="020B0604020202020204" pitchFamily="34" charset="0"/>
                <a:cs typeface="Arial" panose="020B0604020202020204" pitchFamily="34" charset="0"/>
              </a:rPr>
              <a:t>: </a:t>
            </a:r>
            <a:r>
              <a:rPr lang="es-MX" sz="2200" dirty="0" smtClean="0">
                <a:solidFill>
                  <a:schemeClr val="accent2">
                    <a:lumMod val="75000"/>
                  </a:schemeClr>
                </a:solidFill>
                <a:latin typeface="Arial" panose="020B0604020202020204" pitchFamily="34" charset="0"/>
                <a:cs typeface="Arial" panose="020B0604020202020204" pitchFamily="34" charset="0"/>
              </a:rPr>
              <a:t>8.573296.</a:t>
            </a:r>
            <a:endParaRPr lang="es-MX" sz="2200" dirty="0">
              <a:solidFill>
                <a:schemeClr val="accent2">
                  <a:lumMod val="75000"/>
                </a:schemeClr>
              </a:solidFill>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endParaRPr lang="es-MX" sz="2200" dirty="0">
              <a:latin typeface="Arial" panose="020B0604020202020204" pitchFamily="34" charset="0"/>
              <a:cs typeface="Arial" panose="020B0604020202020204" pitchFamily="34" charset="0"/>
            </a:endParaRPr>
          </a:p>
          <a:p>
            <a:r>
              <a:rPr lang="es-MX" sz="2200" dirty="0">
                <a:solidFill>
                  <a:srgbClr val="0070C0"/>
                </a:solidFill>
                <a:latin typeface="Arial"/>
                <a:ea typeface="Arial" panose="020B0604020202020204" pitchFamily="34" charset="0"/>
                <a:cs typeface="Arial"/>
              </a:rPr>
              <a:t>3</a:t>
            </a:r>
            <a:r>
              <a:rPr lang="es-MX" sz="2200" dirty="0" smtClean="0">
                <a:solidFill>
                  <a:srgbClr val="0070C0"/>
                </a:solidFill>
                <a:latin typeface="Arial"/>
                <a:ea typeface="Arial" panose="020B0604020202020204" pitchFamily="34" charset="0"/>
                <a:cs typeface="Arial"/>
              </a:rPr>
              <a:t>.</a:t>
            </a:r>
            <a:r>
              <a:rPr lang="es-MX" sz="2200" dirty="0">
                <a:solidFill>
                  <a:srgbClr val="0070C0"/>
                </a:solidFill>
                <a:latin typeface="Arial"/>
                <a:ea typeface="Arial" panose="020B0604020202020204" pitchFamily="34" charset="0"/>
                <a:cs typeface="Arial"/>
              </a:rPr>
              <a:t> </a:t>
            </a:r>
            <a:r>
              <a:rPr lang="es-MX" sz="2200" dirty="0" smtClean="0">
                <a:solidFill>
                  <a:srgbClr val="0070C0"/>
                </a:solidFill>
                <a:latin typeface="Arial"/>
                <a:ea typeface="Arial" panose="020B0604020202020204" pitchFamily="34" charset="0"/>
                <a:cs typeface="Arial"/>
              </a:rPr>
              <a:t>Otras composiciones famosas </a:t>
            </a:r>
            <a:r>
              <a:rPr lang="es-MX" sz="2200" dirty="0">
                <a:solidFill>
                  <a:srgbClr val="0070C0"/>
                </a:solidFill>
                <a:latin typeface="Arial"/>
                <a:ea typeface="Arial" panose="020B0604020202020204" pitchFamily="34" charset="0"/>
                <a:cs typeface="Arial"/>
              </a:rPr>
              <a:t>del impresionismo </a:t>
            </a:r>
            <a:r>
              <a:rPr lang="es-MX" sz="2200" dirty="0" smtClean="0">
                <a:solidFill>
                  <a:srgbClr val="0070C0"/>
                </a:solidFill>
                <a:latin typeface="Arial"/>
                <a:ea typeface="Arial" panose="020B0604020202020204" pitchFamily="34" charset="0"/>
                <a:cs typeface="Arial"/>
              </a:rPr>
              <a:t>sonlas</a:t>
            </a:r>
            <a:r>
              <a:rPr lang="es-MX" sz="2200" dirty="0">
                <a:solidFill>
                  <a:srgbClr val="0070C0"/>
                </a:solidFill>
                <a:latin typeface="Arial"/>
                <a:ea typeface="Arial" panose="020B0604020202020204" pitchFamily="34" charset="0"/>
                <a:cs typeface="Arial"/>
              </a:rPr>
              <a:t> </a:t>
            </a:r>
            <a:r>
              <a:rPr lang="es-MX" sz="2200" i="1" dirty="0" smtClean="0">
                <a:solidFill>
                  <a:srgbClr val="0070C0"/>
                </a:solidFill>
                <a:latin typeface="Arial"/>
                <a:ea typeface="Arial" panose="020B0604020202020204" pitchFamily="34" charset="0"/>
                <a:cs typeface="Arial"/>
              </a:rPr>
              <a:t>Gymnopédies,</a:t>
            </a:r>
            <a:r>
              <a:rPr lang="es-MX" sz="2200" dirty="0">
                <a:solidFill>
                  <a:srgbClr val="0070C0"/>
                </a:solidFill>
                <a:latin typeface="Arial"/>
                <a:ea typeface="Arial" panose="020B0604020202020204" pitchFamily="34" charset="0"/>
                <a:cs typeface="Arial"/>
              </a:rPr>
              <a:t> del compositor francés Erik </a:t>
            </a:r>
            <a:r>
              <a:rPr lang="es-MX" sz="2200" dirty="0" smtClean="0">
                <a:solidFill>
                  <a:srgbClr val="0070C0"/>
                </a:solidFill>
                <a:latin typeface="Arial"/>
                <a:ea typeface="Arial" panose="020B0604020202020204" pitchFamily="34" charset="0"/>
                <a:cs typeface="Arial"/>
              </a:rPr>
              <a:t>Satie</a:t>
            </a:r>
            <a:r>
              <a:rPr lang="es-MX" sz="2200" dirty="0">
                <a:solidFill>
                  <a:srgbClr val="0070C0"/>
                </a:solidFill>
                <a:latin typeface="Arial"/>
                <a:ea typeface="Arial" panose="020B0604020202020204" pitchFamily="34" charset="0"/>
                <a:cs typeface="Arial"/>
              </a:rPr>
              <a:t>,</a:t>
            </a:r>
            <a:r>
              <a:rPr lang="es-MX" sz="2200" dirty="0" smtClean="0">
                <a:solidFill>
                  <a:srgbClr val="0070C0"/>
                </a:solidFill>
                <a:latin typeface="Arial"/>
                <a:ea typeface="Arial" panose="020B0604020202020204" pitchFamily="34" charset="0"/>
                <a:cs typeface="Arial"/>
              </a:rPr>
              <a:t> </a:t>
            </a:r>
            <a:r>
              <a:rPr lang="es-MX" sz="2200" dirty="0">
                <a:solidFill>
                  <a:srgbClr val="0070C0"/>
                </a:solidFill>
                <a:latin typeface="Arial"/>
                <a:ea typeface="Arial" panose="020B0604020202020204" pitchFamily="34" charset="0"/>
                <a:cs typeface="Arial"/>
              </a:rPr>
              <a:t>p</a:t>
            </a:r>
            <a:r>
              <a:rPr lang="es-MX" sz="2200" dirty="0" smtClean="0">
                <a:solidFill>
                  <a:srgbClr val="0070C0"/>
                </a:solidFill>
                <a:latin typeface="Arial"/>
                <a:ea typeface="Arial" panose="020B0604020202020204" pitchFamily="34" charset="0"/>
                <a:cs typeface="Arial"/>
              </a:rPr>
              <a:t>ublicada en </a:t>
            </a:r>
            <a:r>
              <a:rPr lang="es-MX" sz="2200" dirty="0">
                <a:solidFill>
                  <a:srgbClr val="0070C0"/>
                </a:solidFill>
                <a:latin typeface="Arial"/>
                <a:ea typeface="Arial" panose="020B0604020202020204" pitchFamily="34" charset="0"/>
                <a:cs typeface="Arial"/>
              </a:rPr>
              <a:t>París en 1888. Muchas películas, programas de </a:t>
            </a:r>
            <a:r>
              <a:rPr lang="es-MX" sz="2200" dirty="0" smtClean="0">
                <a:solidFill>
                  <a:srgbClr val="0070C0"/>
                </a:solidFill>
                <a:latin typeface="Arial"/>
                <a:ea typeface="Arial" panose="020B0604020202020204" pitchFamily="34" charset="0"/>
                <a:cs typeface="Arial"/>
              </a:rPr>
              <a:t>televisión y </a:t>
            </a:r>
            <a:r>
              <a:rPr lang="es-MX" sz="2200" dirty="0">
                <a:solidFill>
                  <a:srgbClr val="0070C0"/>
                </a:solidFill>
                <a:latin typeface="Arial"/>
                <a:ea typeface="Arial" panose="020B0604020202020204" pitchFamily="34" charset="0"/>
                <a:cs typeface="Arial"/>
              </a:rPr>
              <a:t>hasta videojuegos han incluido las </a:t>
            </a:r>
            <a:r>
              <a:rPr lang="es-MX" sz="2200" i="1" dirty="0" smtClean="0">
                <a:solidFill>
                  <a:srgbClr val="0070C0"/>
                </a:solidFill>
                <a:latin typeface="Arial"/>
                <a:ea typeface="Arial" panose="020B0604020202020204" pitchFamily="34" charset="0"/>
                <a:cs typeface="Arial"/>
              </a:rPr>
              <a:t>Gymnopédies</a:t>
            </a:r>
            <a:r>
              <a:rPr lang="es-MX" sz="2200" dirty="0" smtClean="0">
                <a:solidFill>
                  <a:srgbClr val="0070C0"/>
                </a:solidFill>
                <a:latin typeface="Arial"/>
                <a:ea typeface="Arial" panose="020B0604020202020204" pitchFamily="34" charset="0"/>
                <a:cs typeface="Arial"/>
              </a:rPr>
              <a:t> </a:t>
            </a:r>
            <a:r>
              <a:rPr lang="es-MX" sz="2200" dirty="0">
                <a:solidFill>
                  <a:srgbClr val="0070C0"/>
                </a:solidFill>
                <a:latin typeface="Arial"/>
                <a:ea typeface="Arial" panose="020B0604020202020204" pitchFamily="34" charset="0"/>
                <a:cs typeface="Arial"/>
              </a:rPr>
              <a:t>dentro de su música.</a:t>
            </a:r>
          </a:p>
          <a:p>
            <a:pPr marL="342900" indent="-342900">
              <a:buFont typeface="Wingdings" panose="05000000000000000000" pitchFamily="2" charset="2"/>
              <a:buChar char="Ø"/>
            </a:pPr>
            <a:r>
              <a:rPr lang="es-MX" sz="2200" dirty="0" err="1">
                <a:latin typeface="Arial"/>
                <a:ea typeface="Arial" panose="020B0604020202020204" pitchFamily="34" charset="0"/>
                <a:cs typeface="Arial"/>
              </a:rPr>
              <a:t>Satie</a:t>
            </a:r>
            <a:r>
              <a:rPr lang="es-MX" sz="2200" dirty="0">
                <a:latin typeface="Arial"/>
                <a:ea typeface="Arial" panose="020B0604020202020204" pitchFamily="34" charset="0"/>
                <a:cs typeface="Arial"/>
              </a:rPr>
              <a:t>, E. (2009). 3 </a:t>
            </a:r>
            <a:r>
              <a:rPr lang="es-MX" sz="2200" dirty="0" err="1">
                <a:latin typeface="Arial"/>
                <a:ea typeface="Arial" panose="020B0604020202020204" pitchFamily="34" charset="0"/>
                <a:cs typeface="Arial"/>
              </a:rPr>
              <a:t>Gymnopédies</a:t>
            </a:r>
            <a:r>
              <a:rPr lang="es-MX" sz="2200" dirty="0">
                <a:latin typeface="Arial"/>
                <a:ea typeface="Arial" panose="020B0604020202020204" pitchFamily="34" charset="0"/>
                <a:cs typeface="Arial"/>
              </a:rPr>
              <a:t>: No. 1. </a:t>
            </a:r>
            <a:r>
              <a:rPr lang="es-MX" sz="2200" dirty="0" err="1">
                <a:latin typeface="Arial"/>
                <a:ea typeface="Arial" panose="020B0604020202020204" pitchFamily="34" charset="0"/>
                <a:cs typeface="Arial"/>
              </a:rPr>
              <a:t>Lent</a:t>
            </a:r>
            <a:r>
              <a:rPr lang="es-MX" sz="2200" dirty="0">
                <a:latin typeface="Arial"/>
                <a:ea typeface="Arial" panose="020B0604020202020204" pitchFamily="34" charset="0"/>
                <a:cs typeface="Arial"/>
              </a:rPr>
              <a:t> et </a:t>
            </a:r>
            <a:r>
              <a:rPr lang="es-MX" sz="2200" dirty="0" err="1">
                <a:latin typeface="Arial"/>
                <a:ea typeface="Arial" panose="020B0604020202020204" pitchFamily="34" charset="0"/>
                <a:cs typeface="Arial"/>
              </a:rPr>
              <a:t>douloureux</a:t>
            </a:r>
            <a:r>
              <a:rPr lang="es-MX" sz="2200" dirty="0">
                <a:latin typeface="Arial"/>
                <a:ea typeface="Arial" panose="020B0604020202020204" pitchFamily="34" charset="0"/>
                <a:cs typeface="Arial"/>
              </a:rPr>
              <a:t> [obra grabada por Pascal </a:t>
            </a:r>
            <a:r>
              <a:rPr lang="es-MX" sz="2200" dirty="0" err="1">
                <a:latin typeface="Arial"/>
                <a:ea typeface="Arial" panose="020B0604020202020204" pitchFamily="34" charset="0"/>
                <a:cs typeface="Arial"/>
              </a:rPr>
              <a:t>Rogé</a:t>
            </a:r>
            <a:r>
              <a:rPr lang="es-MX" sz="2200" dirty="0">
                <a:latin typeface="Arial"/>
                <a:ea typeface="Arial" panose="020B0604020202020204" pitchFamily="34" charset="0"/>
                <a:cs typeface="Arial"/>
              </a:rPr>
              <a:t>]. </a:t>
            </a:r>
            <a:r>
              <a:rPr lang="en-US" sz="2200" dirty="0">
                <a:latin typeface="Arial"/>
                <a:ea typeface="Arial" panose="020B0604020202020204" pitchFamily="34" charset="0"/>
                <a:cs typeface="Arial"/>
              </a:rPr>
              <a:t>En </a:t>
            </a:r>
            <a:r>
              <a:rPr lang="en-US" sz="2200" i="1" dirty="0">
                <a:latin typeface="Arial"/>
                <a:ea typeface="Arial" panose="020B0604020202020204" pitchFamily="34" charset="0"/>
                <a:cs typeface="Arial"/>
              </a:rPr>
              <a:t>Crystal Dream: Erik Satie and Takashi </a:t>
            </a:r>
            <a:r>
              <a:rPr lang="en-US" sz="2200" i="1" dirty="0" err="1">
                <a:latin typeface="Arial"/>
                <a:ea typeface="Arial" panose="020B0604020202020204" pitchFamily="34" charset="0"/>
                <a:cs typeface="Arial"/>
              </a:rPr>
              <a:t>Yoshimatsu</a:t>
            </a:r>
            <a:r>
              <a:rPr lang="en-US" sz="2200" i="1" dirty="0">
                <a:latin typeface="Arial"/>
                <a:ea typeface="Arial" panose="020B0604020202020204" pitchFamily="34" charset="0"/>
                <a:cs typeface="Arial"/>
              </a:rPr>
              <a:t> piano work. </a:t>
            </a:r>
            <a:r>
              <a:rPr lang="es-MX" sz="2200" dirty="0" smtClean="0">
                <a:latin typeface="Arial"/>
                <a:ea typeface="Arial" panose="020B0604020202020204" pitchFamily="34" charset="0"/>
                <a:cs typeface="Arial"/>
              </a:rPr>
              <a:t>Triton </a:t>
            </a:r>
            <a:r>
              <a:rPr lang="es-MX" sz="2200" dirty="0">
                <a:latin typeface="Arial"/>
                <a:ea typeface="Arial" panose="020B0604020202020204" pitchFamily="34" charset="0"/>
                <a:cs typeface="Arial"/>
              </a:rPr>
              <a:t>(obra original publicada en 1888) Track: </a:t>
            </a:r>
            <a:r>
              <a:rPr lang="es-MX" sz="2200" dirty="0" smtClean="0">
                <a:latin typeface="Arial"/>
                <a:ea typeface="Arial" panose="020B0604020202020204" pitchFamily="34" charset="0"/>
                <a:cs typeface="Arial"/>
              </a:rPr>
              <a:t>3. </a:t>
            </a:r>
            <a:r>
              <a:rPr lang="es-MX" sz="2200" dirty="0" smtClean="0">
                <a:solidFill>
                  <a:schemeClr val="accent2">
                    <a:lumMod val="75000"/>
                  </a:schemeClr>
                </a:solidFill>
                <a:latin typeface="Arial"/>
                <a:ea typeface="Arial" panose="020B0604020202020204" pitchFamily="34" charset="0"/>
                <a:cs typeface="Arial"/>
              </a:rPr>
              <a:t>Número </a:t>
            </a:r>
            <a:r>
              <a:rPr lang="es-MX" sz="2200" dirty="0">
                <a:solidFill>
                  <a:schemeClr val="accent2">
                    <a:lumMod val="75000"/>
                  </a:schemeClr>
                </a:solidFill>
                <a:latin typeface="Arial"/>
                <a:ea typeface="Arial" panose="020B0604020202020204" pitchFamily="34" charset="0"/>
                <a:cs typeface="Arial"/>
              </a:rPr>
              <a:t>de </a:t>
            </a:r>
            <a:r>
              <a:rPr lang="es-MX" sz="2200" dirty="0" smtClean="0">
                <a:solidFill>
                  <a:schemeClr val="accent2">
                    <a:lumMod val="75000"/>
                  </a:schemeClr>
                </a:solidFill>
                <a:latin typeface="Arial"/>
                <a:ea typeface="Arial" panose="020B0604020202020204" pitchFamily="34" charset="0"/>
                <a:cs typeface="Arial"/>
              </a:rPr>
              <a:t>catálogo</a:t>
            </a:r>
            <a:r>
              <a:rPr lang="es-MX" sz="2200" dirty="0">
                <a:solidFill>
                  <a:schemeClr val="accent2">
                    <a:lumMod val="75000"/>
                  </a:schemeClr>
                </a:solidFill>
                <a:latin typeface="Arial"/>
                <a:ea typeface="Arial" panose="020B0604020202020204" pitchFamily="34" charset="0"/>
                <a:cs typeface="Arial"/>
              </a:rPr>
              <a:t>: OVCT-</a:t>
            </a:r>
            <a:r>
              <a:rPr lang="es-MX" sz="2200" dirty="0" smtClean="0">
                <a:solidFill>
                  <a:schemeClr val="accent2">
                    <a:lumMod val="75000"/>
                  </a:schemeClr>
                </a:solidFill>
                <a:latin typeface="Arial"/>
                <a:ea typeface="Arial" panose="020B0604020202020204" pitchFamily="34" charset="0"/>
                <a:cs typeface="Arial"/>
              </a:rPr>
              <a:t>00052.</a:t>
            </a:r>
            <a:endParaRPr lang="es-MX" sz="2200" dirty="0">
              <a:solidFill>
                <a:schemeClr val="accent2">
                  <a:lumMod val="75000"/>
                </a:schemeClr>
              </a:solidFill>
              <a:latin typeface="Arial"/>
              <a:ea typeface="Arial" panose="020B0604020202020204" pitchFamily="34" charset="0"/>
              <a:cs typeface="Arial"/>
            </a:endParaRPr>
          </a:p>
          <a:p>
            <a:endParaRPr lang="es-MX" sz="2200" dirty="0">
              <a:latin typeface="Arial"/>
              <a:ea typeface="Arial" panose="020B0604020202020204" pitchFamily="34" charset="0"/>
              <a:cs typeface="Arial"/>
            </a:endParaRPr>
          </a:p>
          <a:p>
            <a:r>
              <a:rPr lang="es-MX" sz="2200" dirty="0">
                <a:solidFill>
                  <a:srgbClr val="0070C0"/>
                </a:solidFill>
                <a:latin typeface="Arial"/>
                <a:ea typeface="Arial" panose="020B0604020202020204" pitchFamily="34" charset="0"/>
                <a:cs typeface="Arial"/>
              </a:rPr>
              <a:t>4</a:t>
            </a:r>
            <a:r>
              <a:rPr lang="es-MX" sz="2200" dirty="0" smtClean="0">
                <a:solidFill>
                  <a:srgbClr val="0070C0"/>
                </a:solidFill>
                <a:latin typeface="Arial"/>
                <a:ea typeface="Arial" panose="020B0604020202020204" pitchFamily="34" charset="0"/>
                <a:cs typeface="Arial"/>
              </a:rPr>
              <a:t>.</a:t>
            </a:r>
            <a:r>
              <a:rPr lang="es-MX" sz="2200" dirty="0">
                <a:solidFill>
                  <a:srgbClr val="0070C0"/>
                </a:solidFill>
                <a:latin typeface="Arial"/>
                <a:ea typeface="Arial" panose="020B0604020202020204" pitchFamily="34" charset="0"/>
                <a:cs typeface="Arial"/>
              </a:rPr>
              <a:t> La Suite “</a:t>
            </a:r>
            <a:r>
              <a:rPr lang="es-MX" sz="2200" dirty="0" err="1">
                <a:solidFill>
                  <a:srgbClr val="0070C0"/>
                </a:solidFill>
                <a:latin typeface="Arial"/>
                <a:ea typeface="Arial" panose="020B0604020202020204" pitchFamily="34" charset="0"/>
                <a:cs typeface="Arial"/>
              </a:rPr>
              <a:t>The</a:t>
            </a:r>
            <a:r>
              <a:rPr lang="es-MX" sz="2200" dirty="0">
                <a:solidFill>
                  <a:srgbClr val="0070C0"/>
                </a:solidFill>
                <a:latin typeface="Arial"/>
                <a:ea typeface="Arial" panose="020B0604020202020204" pitchFamily="34" charset="0"/>
                <a:cs typeface="Arial"/>
              </a:rPr>
              <a:t> </a:t>
            </a:r>
            <a:r>
              <a:rPr lang="es-MX" sz="2200" dirty="0" err="1">
                <a:solidFill>
                  <a:srgbClr val="0070C0"/>
                </a:solidFill>
                <a:latin typeface="Arial"/>
                <a:ea typeface="Arial" panose="020B0604020202020204" pitchFamily="34" charset="0"/>
                <a:cs typeface="Arial"/>
              </a:rPr>
              <a:t>planets</a:t>
            </a:r>
            <a:r>
              <a:rPr lang="es-MX" sz="2200" dirty="0">
                <a:solidFill>
                  <a:srgbClr val="0070C0"/>
                </a:solidFill>
                <a:latin typeface="Arial"/>
                <a:ea typeface="Arial" panose="020B0604020202020204" pitchFamily="34" charset="0"/>
                <a:cs typeface="Arial"/>
              </a:rPr>
              <a:t>” (Los planetas) del compositor Gustav </a:t>
            </a:r>
            <a:r>
              <a:rPr lang="es-MX" sz="2200" dirty="0" err="1">
                <a:solidFill>
                  <a:srgbClr val="0070C0"/>
                </a:solidFill>
                <a:latin typeface="Arial"/>
                <a:ea typeface="Arial" panose="020B0604020202020204" pitchFamily="34" charset="0"/>
                <a:cs typeface="Arial"/>
              </a:rPr>
              <a:t>Holst</a:t>
            </a:r>
            <a:r>
              <a:rPr lang="es-MX" sz="2200" dirty="0">
                <a:solidFill>
                  <a:srgbClr val="0070C0"/>
                </a:solidFill>
                <a:latin typeface="Arial"/>
                <a:ea typeface="Arial" panose="020B0604020202020204" pitchFamily="34" charset="0"/>
                <a:cs typeface="Arial"/>
              </a:rPr>
              <a:t>, marcó en 1916 el inicio de un tipo de música descriptiva que se distinguió de la música de ballet o de ópera por su tratamiento armónico y orquestal más moderno y por su estilo de composición menos robusto que las sinfonías de Gustav </a:t>
            </a:r>
            <a:r>
              <a:rPr lang="es-MX" sz="2200" dirty="0" err="1">
                <a:solidFill>
                  <a:srgbClr val="0070C0"/>
                </a:solidFill>
                <a:latin typeface="Arial"/>
                <a:ea typeface="Arial" panose="020B0604020202020204" pitchFamily="34" charset="0"/>
                <a:cs typeface="Arial"/>
              </a:rPr>
              <a:t>Mahler</a:t>
            </a:r>
            <a:r>
              <a:rPr lang="es-MX" sz="2200" dirty="0">
                <a:solidFill>
                  <a:srgbClr val="0070C0"/>
                </a:solidFill>
                <a:latin typeface="Arial"/>
                <a:ea typeface="Arial" panose="020B0604020202020204" pitchFamily="34" charset="0"/>
                <a:cs typeface="Arial"/>
              </a:rPr>
              <a:t> o de </a:t>
            </a:r>
            <a:r>
              <a:rPr lang="es-MX" sz="2200" dirty="0" err="1">
                <a:solidFill>
                  <a:srgbClr val="0070C0"/>
                </a:solidFill>
                <a:latin typeface="Arial"/>
                <a:ea typeface="Arial" panose="020B0604020202020204" pitchFamily="34" charset="0"/>
                <a:cs typeface="Arial"/>
              </a:rPr>
              <a:t>Anton</a:t>
            </a:r>
            <a:r>
              <a:rPr lang="es-MX" sz="2200" dirty="0">
                <a:solidFill>
                  <a:srgbClr val="0070C0"/>
                </a:solidFill>
                <a:latin typeface="Arial"/>
                <a:ea typeface="Arial" panose="020B0604020202020204" pitchFamily="34" charset="0"/>
                <a:cs typeface="Arial"/>
              </a:rPr>
              <a:t> </a:t>
            </a:r>
            <a:r>
              <a:rPr lang="es-MX" sz="2200" dirty="0" err="1">
                <a:solidFill>
                  <a:srgbClr val="0070C0"/>
                </a:solidFill>
                <a:latin typeface="Arial"/>
                <a:ea typeface="Arial" panose="020B0604020202020204" pitchFamily="34" charset="0"/>
                <a:cs typeface="Arial"/>
              </a:rPr>
              <a:t>Bruckner</a:t>
            </a:r>
            <a:r>
              <a:rPr lang="es-MX" sz="2200" dirty="0">
                <a:solidFill>
                  <a:srgbClr val="0070C0"/>
                </a:solidFill>
                <a:latin typeface="Arial"/>
                <a:ea typeface="Arial" panose="020B0604020202020204" pitchFamily="34" charset="0"/>
                <a:cs typeface="Arial"/>
              </a:rPr>
              <a:t>. Abrió el camino a un estilo de composición musical que podemos escuchar hoy en muchas de las películas de Hollywood. No es el más puro estilo impresionista francés como el de Debussy o Ravel, pero se incluyó en este periodo musical por haber sido escrita dentro de los mismos años, y para hacer notar que desde aquella época, hace más o menos 100 años, las fechas cronológicas ya no definen el estilo musical, sino las propias composiciones se definen </a:t>
            </a:r>
            <a:r>
              <a:rPr lang="es-MX" sz="2200" dirty="0" smtClean="0">
                <a:solidFill>
                  <a:srgbClr val="0070C0"/>
                </a:solidFill>
                <a:latin typeface="Arial"/>
                <a:ea typeface="Arial" panose="020B0604020202020204" pitchFamily="34" charset="0"/>
                <a:cs typeface="Arial"/>
              </a:rPr>
              <a:t>a sí </a:t>
            </a:r>
            <a:r>
              <a:rPr lang="es-MX" sz="2200" dirty="0">
                <a:solidFill>
                  <a:srgbClr val="0070C0"/>
                </a:solidFill>
                <a:latin typeface="Arial"/>
                <a:ea typeface="Arial" panose="020B0604020202020204" pitchFamily="34" charset="0"/>
                <a:cs typeface="Arial"/>
              </a:rPr>
              <a:t>mismas con una individualidad modernista y postmodernista.</a:t>
            </a:r>
          </a:p>
          <a:p>
            <a:r>
              <a:rPr lang="es-MX" sz="2200" dirty="0">
                <a:solidFill>
                  <a:srgbClr val="0070C0"/>
                </a:solidFill>
                <a:latin typeface="Arial"/>
                <a:ea typeface="Arial" panose="020B0604020202020204" pitchFamily="34" charset="0"/>
                <a:cs typeface="Arial"/>
              </a:rPr>
              <a:t>En la sección de música de películas, veremos sólo uno de varios ejemplos, de temas musicales del cine que se inspiraron en esta fantástica obra.</a:t>
            </a:r>
          </a:p>
          <a:p>
            <a:pPr marL="342900" indent="-342900">
              <a:buFont typeface="Wingdings" panose="05000000000000000000" pitchFamily="2" charset="2"/>
              <a:buChar char="Ø"/>
            </a:pPr>
            <a:r>
              <a:rPr lang="en-US" sz="2200" dirty="0">
                <a:latin typeface="Arial"/>
                <a:ea typeface="Arial" panose="020B0604020202020204" pitchFamily="34" charset="0"/>
                <a:cs typeface="Arial"/>
              </a:rPr>
              <a:t>Holst, G., y Strauss, R. (2017). </a:t>
            </a:r>
            <a:r>
              <a:rPr lang="en-US" sz="2200" i="1" dirty="0">
                <a:latin typeface="Arial"/>
                <a:ea typeface="Arial" panose="020B0604020202020204" pitchFamily="34" charset="0"/>
                <a:cs typeface="Arial"/>
              </a:rPr>
              <a:t>Holst: The Planets and Strauss: Also </a:t>
            </a:r>
            <a:r>
              <a:rPr lang="en-US" sz="2200" i="1" dirty="0" err="1">
                <a:latin typeface="Arial"/>
                <a:ea typeface="Arial" panose="020B0604020202020204" pitchFamily="34" charset="0"/>
                <a:cs typeface="Arial"/>
              </a:rPr>
              <a:t>sprach</a:t>
            </a:r>
            <a:r>
              <a:rPr lang="en-US" sz="2200" i="1" dirty="0">
                <a:latin typeface="Arial"/>
                <a:ea typeface="Arial" panose="020B0604020202020204" pitchFamily="34" charset="0"/>
                <a:cs typeface="Arial"/>
              </a:rPr>
              <a:t> Zarathustra </a:t>
            </a:r>
            <a:r>
              <a:rPr lang="en-US" sz="2200" dirty="0">
                <a:latin typeface="Arial"/>
                <a:ea typeface="Arial" panose="020B0604020202020204" pitchFamily="34" charset="0"/>
                <a:cs typeface="Arial"/>
              </a:rPr>
              <a:t>[</a:t>
            </a:r>
            <a:r>
              <a:rPr lang="en-US" sz="2200" dirty="0" err="1">
                <a:latin typeface="Arial"/>
                <a:ea typeface="Arial" panose="020B0604020202020204" pitchFamily="34" charset="0"/>
                <a:cs typeface="Arial"/>
              </a:rPr>
              <a:t>Álbum</a:t>
            </a:r>
            <a:r>
              <a:rPr lang="en-US" sz="2200" dirty="0">
                <a:latin typeface="Arial"/>
                <a:ea typeface="Arial" panose="020B0604020202020204" pitchFamily="34" charset="0"/>
                <a:cs typeface="Arial"/>
              </a:rPr>
              <a:t> </a:t>
            </a:r>
            <a:r>
              <a:rPr lang="en-US" sz="2200" dirty="0" err="1">
                <a:latin typeface="Arial"/>
                <a:ea typeface="Arial" panose="020B0604020202020204" pitchFamily="34" charset="0"/>
                <a:cs typeface="Arial"/>
              </a:rPr>
              <a:t>grabado</a:t>
            </a:r>
            <a:r>
              <a:rPr lang="en-US" sz="2200" dirty="0">
                <a:latin typeface="Arial"/>
                <a:ea typeface="Arial" panose="020B0604020202020204" pitchFamily="34" charset="0"/>
                <a:cs typeface="Arial"/>
              </a:rPr>
              <a:t> </a:t>
            </a:r>
            <a:r>
              <a:rPr lang="en-US" sz="2200" dirty="0" err="1">
                <a:latin typeface="Arial"/>
                <a:ea typeface="Arial" panose="020B0604020202020204" pitchFamily="34" charset="0"/>
                <a:cs typeface="Arial"/>
              </a:rPr>
              <a:t>por</a:t>
            </a:r>
            <a:r>
              <a:rPr lang="en-US" sz="2200" dirty="0">
                <a:latin typeface="Arial"/>
                <a:ea typeface="Arial" panose="020B0604020202020204" pitchFamily="34" charset="0"/>
                <a:cs typeface="Arial"/>
              </a:rPr>
              <a:t> National Youth Orchestra of Great Britain, y Gardner, E.]. </a:t>
            </a:r>
            <a:r>
              <a:rPr lang="en-US" sz="2200" dirty="0" err="1" smtClean="0">
                <a:latin typeface="Arial"/>
                <a:ea typeface="Arial" panose="020B0604020202020204" pitchFamily="34" charset="0"/>
                <a:cs typeface="Arial"/>
              </a:rPr>
              <a:t>Chandos</a:t>
            </a:r>
            <a:r>
              <a:rPr lang="en-US" sz="2200" dirty="0" smtClean="0">
                <a:latin typeface="Arial"/>
                <a:ea typeface="Arial" panose="020B0604020202020204" pitchFamily="34" charset="0"/>
                <a:cs typeface="Arial"/>
              </a:rPr>
              <a:t> </a:t>
            </a:r>
            <a:r>
              <a:rPr lang="en-US" sz="2200" dirty="0">
                <a:latin typeface="Arial"/>
                <a:ea typeface="Arial" panose="020B0604020202020204" pitchFamily="34" charset="0"/>
                <a:cs typeface="Arial"/>
              </a:rPr>
              <a:t>(</a:t>
            </a:r>
            <a:r>
              <a:rPr lang="en-US" sz="2200" dirty="0" err="1">
                <a:latin typeface="Arial"/>
                <a:ea typeface="Arial" panose="020B0604020202020204" pitchFamily="34" charset="0"/>
                <a:cs typeface="Arial"/>
              </a:rPr>
              <a:t>obras</a:t>
            </a:r>
            <a:r>
              <a:rPr lang="en-US" sz="2200" dirty="0">
                <a:latin typeface="Arial"/>
                <a:ea typeface="Arial" panose="020B0604020202020204" pitchFamily="34" charset="0"/>
                <a:cs typeface="Arial"/>
              </a:rPr>
              <a:t> </a:t>
            </a:r>
            <a:r>
              <a:rPr lang="en-US" sz="2200" dirty="0" err="1">
                <a:latin typeface="Arial"/>
                <a:ea typeface="Arial" panose="020B0604020202020204" pitchFamily="34" charset="0"/>
                <a:cs typeface="Arial"/>
              </a:rPr>
              <a:t>originales</a:t>
            </a:r>
            <a:r>
              <a:rPr lang="en-US" sz="2200" dirty="0">
                <a:latin typeface="Arial"/>
                <a:ea typeface="Arial" panose="020B0604020202020204" pitchFamily="34" charset="0"/>
                <a:cs typeface="Arial"/>
              </a:rPr>
              <a:t> </a:t>
            </a:r>
            <a:r>
              <a:rPr lang="en-US" sz="2200" dirty="0" err="1">
                <a:latin typeface="Arial"/>
                <a:ea typeface="Arial" panose="020B0604020202020204" pitchFamily="34" charset="0"/>
                <a:cs typeface="Arial"/>
              </a:rPr>
              <a:t>publicadas</a:t>
            </a:r>
            <a:r>
              <a:rPr lang="en-US" sz="2200" dirty="0">
                <a:latin typeface="Arial"/>
                <a:ea typeface="Arial" panose="020B0604020202020204" pitchFamily="34" charset="0"/>
                <a:cs typeface="Arial"/>
              </a:rPr>
              <a:t> en 1916 y 1896) Tracks: 1 a </a:t>
            </a:r>
            <a:r>
              <a:rPr lang="en-US" sz="2200" dirty="0" smtClean="0">
                <a:latin typeface="Arial"/>
                <a:ea typeface="Arial" panose="020B0604020202020204" pitchFamily="34" charset="0"/>
                <a:cs typeface="Arial"/>
              </a:rPr>
              <a:t>9. </a:t>
            </a:r>
            <a:r>
              <a:rPr lang="en-US" sz="2200" dirty="0" err="1" smtClean="0">
                <a:solidFill>
                  <a:schemeClr val="accent2">
                    <a:lumMod val="75000"/>
                  </a:schemeClr>
                </a:solidFill>
                <a:latin typeface="Arial"/>
                <a:ea typeface="Arial" panose="020B0604020202020204" pitchFamily="34" charset="0"/>
                <a:cs typeface="Arial"/>
              </a:rPr>
              <a:t>Número</a:t>
            </a:r>
            <a:r>
              <a:rPr lang="en-US" sz="2200" dirty="0" smtClean="0">
                <a:solidFill>
                  <a:schemeClr val="accent2">
                    <a:lumMod val="75000"/>
                  </a:schemeClr>
                </a:solidFill>
                <a:latin typeface="Arial"/>
                <a:ea typeface="Arial" panose="020B0604020202020204" pitchFamily="34" charset="0"/>
                <a:cs typeface="Arial"/>
              </a:rPr>
              <a:t> </a:t>
            </a:r>
            <a:r>
              <a:rPr lang="en-US" sz="2200" dirty="0">
                <a:solidFill>
                  <a:schemeClr val="accent2">
                    <a:lumMod val="75000"/>
                  </a:schemeClr>
                </a:solidFill>
                <a:latin typeface="Arial"/>
                <a:ea typeface="Arial" panose="020B0604020202020204" pitchFamily="34" charset="0"/>
                <a:cs typeface="Arial"/>
              </a:rPr>
              <a:t>de </a:t>
            </a:r>
            <a:r>
              <a:rPr lang="en-US" sz="2200" dirty="0" err="1" smtClean="0">
                <a:solidFill>
                  <a:schemeClr val="accent2">
                    <a:lumMod val="75000"/>
                  </a:schemeClr>
                </a:solidFill>
                <a:latin typeface="Arial"/>
                <a:ea typeface="Arial" panose="020B0604020202020204" pitchFamily="34" charset="0"/>
                <a:cs typeface="Arial"/>
              </a:rPr>
              <a:t>catálogo</a:t>
            </a:r>
            <a:r>
              <a:rPr lang="en-US" sz="2200" dirty="0">
                <a:solidFill>
                  <a:schemeClr val="accent2">
                    <a:lumMod val="75000"/>
                  </a:schemeClr>
                </a:solidFill>
                <a:latin typeface="Arial"/>
                <a:ea typeface="Arial" panose="020B0604020202020204" pitchFamily="34" charset="0"/>
                <a:cs typeface="Arial"/>
              </a:rPr>
              <a:t>: </a:t>
            </a:r>
            <a:r>
              <a:rPr lang="es-MX" sz="2200" dirty="0" smtClean="0">
                <a:solidFill>
                  <a:schemeClr val="accent2">
                    <a:lumMod val="75000"/>
                  </a:schemeClr>
                </a:solidFill>
                <a:latin typeface="Arial"/>
                <a:ea typeface="Arial" panose="020B0604020202020204" pitchFamily="34" charset="0"/>
                <a:cs typeface="Arial"/>
              </a:rPr>
              <a:t>CHSA5179.</a:t>
            </a:r>
            <a:endParaRPr lang="en-US" sz="2200" dirty="0">
              <a:solidFill>
                <a:schemeClr val="accent2">
                  <a:lumMod val="75000"/>
                </a:schemeClr>
              </a:solidFill>
              <a:latin typeface="Arial"/>
              <a:ea typeface="Arial" panose="020B0604020202020204" pitchFamily="34" charset="0"/>
              <a:cs typeface="Arial"/>
            </a:endParaRPr>
          </a:p>
        </p:txBody>
      </p:sp>
    </p:spTree>
    <p:extLst>
      <p:ext uri="{BB962C8B-B14F-4D97-AF65-F5344CB8AC3E}">
        <p14:creationId xmlns:p14="http://schemas.microsoft.com/office/powerpoint/2010/main" val="845035864"/>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6467</TotalTime>
  <Words>1990</Words>
  <Application>Microsoft Office PowerPoint</Application>
  <PresentationFormat>Personalizado</PresentationFormat>
  <Paragraphs>352</Paragraphs>
  <Slides>19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Calibri Light</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Dominguez Garcia Arlet Yushely</dc:creator>
  <cp:lastModifiedBy>UV</cp:lastModifiedBy>
  <cp:revision>720</cp:revision>
  <dcterms:created xsi:type="dcterms:W3CDTF">2021-06-04T16:28:16Z</dcterms:created>
  <dcterms:modified xsi:type="dcterms:W3CDTF">2021-12-01T06:38:03Z</dcterms:modified>
</cp:coreProperties>
</file>